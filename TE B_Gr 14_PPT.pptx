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 id="2147483666" r:id="rId2"/>
  </p:sldMasterIdLst>
  <p:notesMasterIdLst>
    <p:notesMasterId r:id="rId21"/>
  </p:notesMasterIdLst>
  <p:sldIdLst>
    <p:sldId id="256" r:id="rId3"/>
    <p:sldId id="257" r:id="rId4"/>
    <p:sldId id="273" r:id="rId5"/>
    <p:sldId id="274" r:id="rId6"/>
    <p:sldId id="258" r:id="rId7"/>
    <p:sldId id="259" r:id="rId8"/>
    <p:sldId id="276" r:id="rId9"/>
    <p:sldId id="260" r:id="rId10"/>
    <p:sldId id="277" r:id="rId11"/>
    <p:sldId id="278" r:id="rId12"/>
    <p:sldId id="279" r:id="rId13"/>
    <p:sldId id="280" r:id="rId14"/>
    <p:sldId id="281" r:id="rId15"/>
    <p:sldId id="275" r:id="rId16"/>
    <p:sldId id="267" r:id="rId17"/>
    <p:sldId id="282" r:id="rId18"/>
    <p:sldId id="283" r:id="rId19"/>
    <p:sldId id="261" r:id="rId20"/>
  </p:sldIdLst>
  <p:sldSz cx="10080625" cy="7559675"/>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34"/>
  </p:normalViewPr>
  <p:slideViewPr>
    <p:cSldViewPr snapToGrid="0">
      <p:cViewPr varScale="1">
        <p:scale>
          <a:sx n="67" d="100"/>
          <a:sy n="67" d="100"/>
        </p:scale>
        <p:origin x="1738" y="67"/>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5900" y="812800"/>
            <a:ext cx="7126200" cy="40068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755650" y="5078412"/>
            <a:ext cx="6046800" cy="48102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5" name="Google Shape;5;n"/>
          <p:cNvSpPr txBox="1">
            <a:spLocks noGrp="1"/>
          </p:cNvSpPr>
          <p:nvPr>
            <p:ph type="hdr" idx="3"/>
          </p:nvPr>
        </p:nvSpPr>
        <p:spPr>
          <a:xfrm>
            <a:off x="0" y="0"/>
            <a:ext cx="3279900" cy="533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9pPr>
          </a:lstStyle>
          <a:p>
            <a:endParaRPr dirty="0"/>
          </a:p>
        </p:txBody>
      </p:sp>
      <p:sp>
        <p:nvSpPr>
          <p:cNvPr id="6" name="Google Shape;6;n"/>
          <p:cNvSpPr txBox="1">
            <a:spLocks noGrp="1"/>
          </p:cNvSpPr>
          <p:nvPr>
            <p:ph type="dt" idx="10"/>
          </p:nvPr>
        </p:nvSpPr>
        <p:spPr>
          <a:xfrm>
            <a:off x="4278312" y="0"/>
            <a:ext cx="3279900" cy="533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9pPr>
          </a:lstStyle>
          <a:p>
            <a:endParaRPr dirty="0"/>
          </a:p>
        </p:txBody>
      </p:sp>
      <p:sp>
        <p:nvSpPr>
          <p:cNvPr id="7" name="Google Shape;7;n"/>
          <p:cNvSpPr txBox="1">
            <a:spLocks noGrp="1"/>
          </p:cNvSpPr>
          <p:nvPr>
            <p:ph type="ftr" idx="11"/>
          </p:nvPr>
        </p:nvSpPr>
        <p:spPr>
          <a:xfrm>
            <a:off x="0" y="10156825"/>
            <a:ext cx="3279900" cy="5334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9pPr>
          </a:lstStyle>
          <a:p>
            <a:endParaRPr dirty="0"/>
          </a:p>
        </p:txBody>
      </p:sp>
      <p:sp>
        <p:nvSpPr>
          <p:cNvPr id="8" name="Google Shape;8;n"/>
          <p:cNvSpPr txBox="1">
            <a:spLocks noGrp="1"/>
          </p:cNvSpPr>
          <p:nvPr>
            <p:ph type="sldNum" idx="12"/>
          </p:nvPr>
        </p:nvSpPr>
        <p:spPr>
          <a:xfrm>
            <a:off x="4278312" y="10156825"/>
            <a:ext cx="3279900"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t>‹#›</a:t>
            </a:fld>
            <a:endParaRPr dirty="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notes"/>
          <p:cNvSpPr txBox="1"/>
          <p:nvPr/>
        </p:nvSpPr>
        <p:spPr>
          <a:xfrm>
            <a:off x="4278312" y="10156825"/>
            <a:ext cx="3279900"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a:solidFill>
                  <a:srgbClr val="000000"/>
                </a:solidFill>
                <a:latin typeface="Trebuchet MS"/>
                <a:ea typeface="Trebuchet MS"/>
                <a:cs typeface="Trebuchet MS"/>
                <a:sym typeface="Trebuchet MS"/>
              </a:rPr>
              <a:t>1</a:t>
            </a:fld>
            <a:endParaRPr/>
          </a:p>
        </p:txBody>
      </p:sp>
      <p:sp>
        <p:nvSpPr>
          <p:cNvPr id="215" name="Google Shape;215;p2: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16" name="Google Shape;216;p2:notes"/>
          <p:cNvSpPr txBox="1">
            <a:spLocks noGrp="1"/>
          </p:cNvSpPr>
          <p:nvPr>
            <p:ph type="body" idx="1"/>
          </p:nvPr>
        </p:nvSpPr>
        <p:spPr>
          <a:xfrm>
            <a:off x="755650" y="5078412"/>
            <a:ext cx="6048300" cy="4811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4:notes"/>
          <p:cNvSpPr txBox="1"/>
          <p:nvPr/>
        </p:nvSpPr>
        <p:spPr>
          <a:xfrm>
            <a:off x="4278312" y="10156825"/>
            <a:ext cx="3279900"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chemeClr val="dk1"/>
              </a:buClr>
              <a:buSzPts val="1400"/>
              <a:buFont typeface="Trebuchet MS"/>
              <a:buNone/>
            </a:pPr>
            <a:fld id="{00000000-1234-1234-1234-123412341234}" type="slidenum">
              <a:rPr lang="en-US" sz="1400" b="0" i="0" u="none">
                <a:solidFill>
                  <a:schemeClr val="dk1"/>
                </a:solidFill>
                <a:latin typeface="Trebuchet MS"/>
                <a:ea typeface="Trebuchet MS"/>
                <a:cs typeface="Trebuchet MS"/>
                <a:sym typeface="Trebuchet MS"/>
              </a:rPr>
              <a:t>2</a:t>
            </a:fld>
            <a:endParaRPr dirty="0"/>
          </a:p>
        </p:txBody>
      </p:sp>
      <p:sp>
        <p:nvSpPr>
          <p:cNvPr id="230" name="Google Shape;230;p4: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31" name="Google Shape;231;p4:notes"/>
          <p:cNvSpPr txBox="1">
            <a:spLocks noGrp="1"/>
          </p:cNvSpPr>
          <p:nvPr>
            <p:ph type="body" idx="1"/>
          </p:nvPr>
        </p:nvSpPr>
        <p:spPr>
          <a:xfrm>
            <a:off x="755650" y="5078412"/>
            <a:ext cx="6048300" cy="4811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Google Shape;236;p5:notes"/>
          <p:cNvSpPr/>
          <p:nvPr/>
        </p:nvSpPr>
        <p:spPr>
          <a:xfrm>
            <a:off x="4278240" y="10156680"/>
            <a:ext cx="3279600" cy="533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tabLst>
                <a:tab pos="0" algn="l"/>
              </a:tabLst>
            </a:pPr>
            <a:fld id="{61530474-CA43-4DE1-8088-7FF1035F02F5}" type="slidenum">
              <a:rPr lang="en-US" sz="1400" b="0" u="none" strike="noStrike">
                <a:solidFill>
                  <a:schemeClr val="dk1"/>
                </a:solidFill>
                <a:uFillTx/>
                <a:latin typeface="Trebuchet MS"/>
                <a:ea typeface="Trebuchet MS"/>
              </a:rPr>
              <a:t>3</a:t>
            </a:fld>
            <a:endParaRPr lang="en-US" sz="1400" b="0" u="none" strike="noStrike" dirty="0">
              <a:solidFill>
                <a:srgbClr val="000000"/>
              </a:solidFill>
              <a:uFillTx/>
              <a:latin typeface="Arial"/>
            </a:endParaRPr>
          </a:p>
        </p:txBody>
      </p:sp>
      <p:sp>
        <p:nvSpPr>
          <p:cNvPr id="340" name="PlaceHolder 1"/>
          <p:cNvSpPr>
            <a:spLocks noGrp="1" noRot="1" noChangeAspect="1"/>
          </p:cNvSpPr>
          <p:nvPr>
            <p:ph type="sldImg"/>
          </p:nvPr>
        </p:nvSpPr>
        <p:spPr>
          <a:xfrm>
            <a:off x="1106488" y="812800"/>
            <a:ext cx="5346700" cy="4008438"/>
          </a:xfrm>
          <a:prstGeom prst="rect">
            <a:avLst/>
          </a:prstGeom>
          <a:ln w="0">
            <a:noFill/>
          </a:ln>
        </p:spPr>
      </p:sp>
      <p:sp>
        <p:nvSpPr>
          <p:cNvPr id="341" name="PlaceHolder 2"/>
          <p:cNvSpPr>
            <a:spLocks noGrp="1"/>
          </p:cNvSpPr>
          <p:nvPr>
            <p:ph type="body"/>
          </p:nvPr>
        </p:nvSpPr>
        <p:spPr>
          <a:xfrm>
            <a:off x="755640" y="5078520"/>
            <a:ext cx="6048000" cy="4811400"/>
          </a:xfrm>
          <a:prstGeom prst="rect">
            <a:avLst/>
          </a:prstGeom>
          <a:noFill/>
          <a:ln w="0">
            <a:noFill/>
          </a:ln>
        </p:spPr>
        <p:txBody>
          <a:bodyPr lIns="0" tIns="0" rIns="0" bIns="0" anchor="ctr">
            <a:noAutofit/>
          </a:bodyPr>
          <a:lstStyle/>
          <a:p>
            <a:pPr marL="216000" indent="-216000">
              <a:buNone/>
            </a:pPr>
            <a:endParaRPr lang="en-US" sz="1800" b="0" u="none" strike="noStrike" dirty="0">
              <a:solidFill>
                <a:srgbClr val="000000"/>
              </a:solidFill>
              <a:uFillTx/>
              <a:latin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7:notes"/>
          <p:cNvSpPr txBox="1">
            <a:spLocks noGrp="1"/>
          </p:cNvSpPr>
          <p:nvPr>
            <p:ph type="body" idx="1"/>
          </p:nvPr>
        </p:nvSpPr>
        <p:spPr>
          <a:xfrm>
            <a:off x="755650" y="5078412"/>
            <a:ext cx="6046800" cy="48102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52" name="Google Shape;252;p7:notes"/>
          <p:cNvSpPr>
            <a:spLocks noGrp="1" noRot="1" noChangeAspect="1"/>
          </p:cNvSpPr>
          <p:nvPr>
            <p:ph type="sldImg" idx="2"/>
          </p:nvPr>
        </p:nvSpPr>
        <p:spPr>
          <a:xfrm>
            <a:off x="1108075" y="812800"/>
            <a:ext cx="5341938" cy="40068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8:notes"/>
          <p:cNvSpPr txBox="1"/>
          <p:nvPr/>
        </p:nvSpPr>
        <p:spPr>
          <a:xfrm>
            <a:off x="4278312" y="10156825"/>
            <a:ext cx="3279900"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chemeClr val="dk1"/>
              </a:buClr>
              <a:buSzPts val="1400"/>
              <a:buFont typeface="Trebuchet MS"/>
              <a:buNone/>
            </a:pPr>
            <a:fld id="{00000000-1234-1234-1234-123412341234}" type="slidenum">
              <a:rPr lang="en-US" sz="1400" b="0" i="0" u="none" strike="noStrike" cap="none">
                <a:solidFill>
                  <a:schemeClr val="dk1"/>
                </a:solidFill>
                <a:latin typeface="Trebuchet MS"/>
                <a:ea typeface="Trebuchet MS"/>
                <a:cs typeface="Trebuchet MS"/>
                <a:sym typeface="Trebuchet MS"/>
              </a:rPr>
              <a:t>6</a:t>
            </a:fld>
            <a:endParaRPr sz="1400" b="0" i="0" u="none" strike="noStrike" cap="none">
              <a:solidFill>
                <a:srgbClr val="000000"/>
              </a:solidFill>
              <a:latin typeface="Arial"/>
              <a:ea typeface="Arial"/>
              <a:cs typeface="Arial"/>
              <a:sym typeface="Arial"/>
            </a:endParaRPr>
          </a:p>
        </p:txBody>
      </p:sp>
      <p:sp>
        <p:nvSpPr>
          <p:cNvPr id="308" name="Google Shape;308;p8: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309" name="Google Shape;309;p8:notes"/>
          <p:cNvSpPr txBox="1">
            <a:spLocks noGrp="1"/>
          </p:cNvSpPr>
          <p:nvPr>
            <p:ph type="body" idx="1"/>
          </p:nvPr>
        </p:nvSpPr>
        <p:spPr>
          <a:xfrm>
            <a:off x="755650" y="5078412"/>
            <a:ext cx="6048300" cy="48117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10:notes"/>
          <p:cNvSpPr txBox="1"/>
          <p:nvPr/>
        </p:nvSpPr>
        <p:spPr>
          <a:xfrm>
            <a:off x="4278312" y="10156825"/>
            <a:ext cx="3279900"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chemeClr val="dk1"/>
              </a:buClr>
              <a:buSzPts val="1400"/>
              <a:buFont typeface="Trebuchet MS"/>
              <a:buNone/>
            </a:pPr>
            <a:fld id="{00000000-1234-1234-1234-123412341234}" type="slidenum">
              <a:rPr lang="en-US" sz="1400" b="0" i="0" u="none" strike="noStrike" cap="none">
                <a:solidFill>
                  <a:schemeClr val="dk1"/>
                </a:solidFill>
                <a:latin typeface="Trebuchet MS"/>
                <a:ea typeface="Trebuchet MS"/>
                <a:cs typeface="Trebuchet MS"/>
                <a:sym typeface="Trebuchet MS"/>
              </a:rPr>
              <a:t>8</a:t>
            </a:fld>
            <a:endParaRPr sz="1400" b="0" i="0" u="none" strike="noStrike" cap="none">
              <a:solidFill>
                <a:srgbClr val="000000"/>
              </a:solidFill>
              <a:latin typeface="Arial"/>
              <a:ea typeface="Arial"/>
              <a:cs typeface="Arial"/>
              <a:sym typeface="Arial"/>
            </a:endParaRPr>
          </a:p>
        </p:txBody>
      </p:sp>
      <p:sp>
        <p:nvSpPr>
          <p:cNvPr id="316" name="Google Shape;316;p10: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317" name="Google Shape;317;p10:notes"/>
          <p:cNvSpPr txBox="1">
            <a:spLocks noGrp="1"/>
          </p:cNvSpPr>
          <p:nvPr>
            <p:ph type="body" idx="1"/>
          </p:nvPr>
        </p:nvSpPr>
        <p:spPr>
          <a:xfrm>
            <a:off x="755650" y="5078412"/>
            <a:ext cx="6048300" cy="48117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 name="Google Shape;271;p10:notes"/>
          <p:cNvSpPr/>
          <p:nvPr/>
        </p:nvSpPr>
        <p:spPr>
          <a:xfrm>
            <a:off x="4278240" y="10156680"/>
            <a:ext cx="3279600" cy="533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tabLst>
                <a:tab pos="0" algn="l"/>
              </a:tabLst>
            </a:pPr>
            <a:fld id="{E82AF836-772F-4223-8DCD-FC9A55882ED2}" type="slidenum">
              <a:rPr lang="en-US" sz="1400" b="0" u="none" strike="noStrike">
                <a:solidFill>
                  <a:schemeClr val="dk1"/>
                </a:solidFill>
                <a:uFillTx/>
                <a:latin typeface="Trebuchet MS"/>
                <a:ea typeface="Trebuchet MS"/>
              </a:rPr>
              <a:t>15</a:t>
            </a:fld>
            <a:endParaRPr lang="en-US" sz="1400" b="0" u="none" strike="noStrike">
              <a:solidFill>
                <a:srgbClr val="000000"/>
              </a:solidFill>
              <a:uFillTx/>
              <a:latin typeface="Arial"/>
            </a:endParaRPr>
          </a:p>
        </p:txBody>
      </p:sp>
      <p:sp>
        <p:nvSpPr>
          <p:cNvPr id="352" name="PlaceHolder 1"/>
          <p:cNvSpPr>
            <a:spLocks noGrp="1" noRot="1" noChangeAspect="1"/>
          </p:cNvSpPr>
          <p:nvPr>
            <p:ph type="sldImg"/>
          </p:nvPr>
        </p:nvSpPr>
        <p:spPr>
          <a:xfrm>
            <a:off x="1106488" y="812800"/>
            <a:ext cx="5346700" cy="4008438"/>
          </a:xfrm>
          <a:prstGeom prst="rect">
            <a:avLst/>
          </a:prstGeom>
          <a:ln w="0">
            <a:noFill/>
          </a:ln>
        </p:spPr>
      </p:sp>
      <p:sp>
        <p:nvSpPr>
          <p:cNvPr id="353" name="PlaceHolder 2"/>
          <p:cNvSpPr>
            <a:spLocks noGrp="1"/>
          </p:cNvSpPr>
          <p:nvPr>
            <p:ph type="body"/>
          </p:nvPr>
        </p:nvSpPr>
        <p:spPr>
          <a:xfrm>
            <a:off x="755640" y="5078520"/>
            <a:ext cx="6048000" cy="4811400"/>
          </a:xfrm>
          <a:prstGeom prst="rect">
            <a:avLst/>
          </a:prstGeom>
          <a:noFill/>
          <a:ln w="0">
            <a:noFill/>
          </a:ln>
        </p:spPr>
        <p:txBody>
          <a:bodyPr lIns="0" tIns="0" rIns="0" bIns="0" anchor="ctr">
            <a:noAutofit/>
          </a:bodyPr>
          <a:lstStyle/>
          <a:p>
            <a:pPr marL="216000" indent="-216000">
              <a:buNone/>
            </a:pPr>
            <a:endParaRPr lang="en-US" sz="1800" b="0" u="none" strike="noStrike">
              <a:solidFill>
                <a:srgbClr val="000000"/>
              </a:solidFill>
              <a:uFillTx/>
              <a:latin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4832C-CE0D-0691-C0F4-60358E492B8F}"/>
            </a:ext>
          </a:extLst>
        </p:cNvPr>
        <p:cNvGrpSpPr/>
        <p:nvPr/>
      </p:nvGrpSpPr>
      <p:grpSpPr>
        <a:xfrm>
          <a:off x="0" y="0"/>
          <a:ext cx="0" cy="0"/>
          <a:chOff x="0" y="0"/>
          <a:chExt cx="0" cy="0"/>
        </a:xfrm>
      </p:grpSpPr>
      <p:sp>
        <p:nvSpPr>
          <p:cNvPr id="351" name="Google Shape;271;p10:notes">
            <a:extLst>
              <a:ext uri="{FF2B5EF4-FFF2-40B4-BE49-F238E27FC236}">
                <a16:creationId xmlns:a16="http://schemas.microsoft.com/office/drawing/2014/main" id="{C13E37D5-1B09-C31E-A18F-E9C45B405BCA}"/>
              </a:ext>
            </a:extLst>
          </p:cNvPr>
          <p:cNvSpPr/>
          <p:nvPr/>
        </p:nvSpPr>
        <p:spPr>
          <a:xfrm>
            <a:off x="4278240" y="10156680"/>
            <a:ext cx="3279600" cy="533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tabLst>
                <a:tab pos="0" algn="l"/>
              </a:tabLst>
            </a:pPr>
            <a:fld id="{E82AF836-772F-4223-8DCD-FC9A55882ED2}" type="slidenum">
              <a:rPr lang="en-US" sz="1400" b="0" u="none" strike="noStrike">
                <a:solidFill>
                  <a:schemeClr val="dk1"/>
                </a:solidFill>
                <a:uFillTx/>
                <a:latin typeface="Trebuchet MS"/>
                <a:ea typeface="Trebuchet MS"/>
              </a:rPr>
              <a:t>16</a:t>
            </a:fld>
            <a:endParaRPr lang="en-US" sz="1400" b="0" u="none" strike="noStrike">
              <a:solidFill>
                <a:srgbClr val="000000"/>
              </a:solidFill>
              <a:uFillTx/>
              <a:latin typeface="Arial"/>
            </a:endParaRPr>
          </a:p>
        </p:txBody>
      </p:sp>
      <p:sp>
        <p:nvSpPr>
          <p:cNvPr id="352" name="PlaceHolder 1">
            <a:extLst>
              <a:ext uri="{FF2B5EF4-FFF2-40B4-BE49-F238E27FC236}">
                <a16:creationId xmlns:a16="http://schemas.microsoft.com/office/drawing/2014/main" id="{D5020F58-E57C-6C02-C7B0-BD72B3ABCE19}"/>
              </a:ext>
            </a:extLst>
          </p:cNvPr>
          <p:cNvSpPr>
            <a:spLocks noGrp="1" noRot="1" noChangeAspect="1"/>
          </p:cNvSpPr>
          <p:nvPr>
            <p:ph type="sldImg"/>
          </p:nvPr>
        </p:nvSpPr>
        <p:spPr>
          <a:xfrm>
            <a:off x="1106488" y="812800"/>
            <a:ext cx="5346700" cy="4008438"/>
          </a:xfrm>
          <a:prstGeom prst="rect">
            <a:avLst/>
          </a:prstGeom>
          <a:ln w="0">
            <a:noFill/>
          </a:ln>
        </p:spPr>
      </p:sp>
      <p:sp>
        <p:nvSpPr>
          <p:cNvPr id="353" name="PlaceHolder 2">
            <a:extLst>
              <a:ext uri="{FF2B5EF4-FFF2-40B4-BE49-F238E27FC236}">
                <a16:creationId xmlns:a16="http://schemas.microsoft.com/office/drawing/2014/main" id="{13636D5F-50CD-8D52-4622-6BD1ED78E1FB}"/>
              </a:ext>
            </a:extLst>
          </p:cNvPr>
          <p:cNvSpPr>
            <a:spLocks noGrp="1"/>
          </p:cNvSpPr>
          <p:nvPr>
            <p:ph type="body"/>
          </p:nvPr>
        </p:nvSpPr>
        <p:spPr>
          <a:xfrm>
            <a:off x="755640" y="5078520"/>
            <a:ext cx="6048000" cy="4811400"/>
          </a:xfrm>
          <a:prstGeom prst="rect">
            <a:avLst/>
          </a:prstGeom>
          <a:noFill/>
          <a:ln w="0">
            <a:noFill/>
          </a:ln>
        </p:spPr>
        <p:txBody>
          <a:bodyPr lIns="0" tIns="0" rIns="0" bIns="0" anchor="ctr">
            <a:noAutofit/>
          </a:bodyPr>
          <a:lstStyle/>
          <a:p>
            <a:pPr marL="216000" indent="-216000">
              <a:buNone/>
            </a:pPr>
            <a:endParaRPr lang="en-US" sz="1800" b="0" u="none" strike="noStrike">
              <a:solidFill>
                <a:srgbClr val="000000"/>
              </a:solidFill>
              <a:uFillTx/>
              <a:latin typeface="Arial"/>
            </a:endParaRPr>
          </a:p>
        </p:txBody>
      </p:sp>
    </p:spTree>
    <p:extLst>
      <p:ext uri="{BB962C8B-B14F-4D97-AF65-F5344CB8AC3E}">
        <p14:creationId xmlns:p14="http://schemas.microsoft.com/office/powerpoint/2010/main" val="21788852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13:notes"/>
          <p:cNvSpPr txBox="1"/>
          <p:nvPr/>
        </p:nvSpPr>
        <p:spPr>
          <a:xfrm>
            <a:off x="4278312" y="10156825"/>
            <a:ext cx="3279900"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chemeClr val="dk1"/>
              </a:buClr>
              <a:buSzPts val="1400"/>
              <a:buFont typeface="Trebuchet MS"/>
              <a:buNone/>
            </a:pPr>
            <a:fld id="{00000000-1234-1234-1234-123412341234}" type="slidenum">
              <a:rPr lang="en-US" sz="1400" b="0" i="0" u="none">
                <a:solidFill>
                  <a:schemeClr val="dk1"/>
                </a:solidFill>
                <a:latin typeface="Trebuchet MS"/>
                <a:ea typeface="Trebuchet MS"/>
                <a:cs typeface="Trebuchet MS"/>
                <a:sym typeface="Trebuchet MS"/>
              </a:rPr>
              <a:t>18</a:t>
            </a:fld>
            <a:endParaRPr dirty="0"/>
          </a:p>
        </p:txBody>
      </p:sp>
      <p:sp>
        <p:nvSpPr>
          <p:cNvPr id="295" name="Google Shape;295;p13:notes"/>
          <p:cNvSpPr>
            <a:spLocks noGrp="1" noRot="1" noChangeAspect="1"/>
          </p:cNvSpPr>
          <p:nvPr>
            <p:ph type="sldImg" idx="2"/>
          </p:nvPr>
        </p:nvSpPr>
        <p:spPr>
          <a:xfrm>
            <a:off x="1106487" y="812800"/>
            <a:ext cx="5346600" cy="40083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96" name="Google Shape;296;p13:notes"/>
          <p:cNvSpPr txBox="1">
            <a:spLocks noGrp="1"/>
          </p:cNvSpPr>
          <p:nvPr>
            <p:ph type="body" idx="1"/>
          </p:nvPr>
        </p:nvSpPr>
        <p:spPr>
          <a:xfrm>
            <a:off x="755650" y="5078412"/>
            <a:ext cx="6048300" cy="4811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2"/>
          <p:cNvSpPr txBox="1">
            <a:spLocks noGrp="1"/>
          </p:cNvSpPr>
          <p:nvPr>
            <p:ph type="title"/>
          </p:nvPr>
        </p:nvSpPr>
        <p:spPr>
          <a:xfrm>
            <a:off x="671512" y="671512"/>
            <a:ext cx="6997800" cy="14556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SzPts val="1400"/>
              <a:buNone/>
              <a:defRPr sz="3968"/>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2"/>
          <p:cNvSpPr txBox="1">
            <a:spLocks noGrp="1"/>
          </p:cNvSpPr>
          <p:nvPr>
            <p:ph type="body" idx="1"/>
          </p:nvPr>
        </p:nvSpPr>
        <p:spPr>
          <a:xfrm>
            <a:off x="671512" y="2381250"/>
            <a:ext cx="6997800" cy="4278300"/>
          </a:xfrm>
          <a:prstGeom prst="rect">
            <a:avLst/>
          </a:prstGeom>
          <a:noFill/>
          <a:ln>
            <a:noFill/>
          </a:ln>
        </p:spPr>
        <p:txBody>
          <a:bodyPr spcFirstLastPara="1" wrap="square" lIns="91425" tIns="45700" rIns="91425" bIns="45700" anchor="t" anchorCtr="0">
            <a:noAutofit/>
          </a:bodyPr>
          <a:lstStyle>
            <a:lvl1pPr marL="457200" lvl="0" indent="-320040" algn="l" rtl="0">
              <a:spcBef>
                <a:spcPts val="1100"/>
              </a:spcBef>
              <a:spcAft>
                <a:spcPts val="0"/>
              </a:spcAft>
              <a:buSzPts val="1440"/>
              <a:buChar char="►"/>
              <a:defRPr/>
            </a:lvl1pPr>
            <a:lvl2pPr marL="914400" lvl="1" indent="-320040" algn="l" rtl="0">
              <a:spcBef>
                <a:spcPts val="1100"/>
              </a:spcBef>
              <a:spcAft>
                <a:spcPts val="0"/>
              </a:spcAft>
              <a:buSzPts val="1440"/>
              <a:buChar char="►"/>
              <a:defRPr/>
            </a:lvl2pPr>
            <a:lvl3pPr marL="1371600" lvl="2" indent="-320039" algn="l" rtl="0">
              <a:spcBef>
                <a:spcPts val="1100"/>
              </a:spcBef>
              <a:spcAft>
                <a:spcPts val="0"/>
              </a:spcAft>
              <a:buSzPts val="1440"/>
              <a:buChar char="►"/>
              <a:defRPr/>
            </a:lvl3pPr>
            <a:lvl4pPr marL="1828800" lvl="3" indent="-320039" algn="l" rtl="0">
              <a:spcBef>
                <a:spcPts val="1100"/>
              </a:spcBef>
              <a:spcAft>
                <a:spcPts val="0"/>
              </a:spcAft>
              <a:buSzPts val="1440"/>
              <a:buChar char="►"/>
              <a:defRPr/>
            </a:lvl4pPr>
            <a:lvl5pPr marL="2286000" lvl="4" indent="-320039" algn="l" rtl="0">
              <a:spcBef>
                <a:spcPts val="1100"/>
              </a:spcBef>
              <a:spcAft>
                <a:spcPts val="0"/>
              </a:spcAft>
              <a:buSzPts val="1440"/>
              <a:buChar char="►"/>
              <a:defRPr/>
            </a:lvl5pPr>
            <a:lvl6pPr marL="2743200" lvl="5" indent="-320039" algn="l" rtl="0">
              <a:spcBef>
                <a:spcPts val="1102"/>
              </a:spcBef>
              <a:spcAft>
                <a:spcPts val="0"/>
              </a:spcAft>
              <a:buSzPts val="1440"/>
              <a:buChar char="►"/>
              <a:defRPr/>
            </a:lvl6pPr>
            <a:lvl7pPr marL="3200400" lvl="6" indent="-320039" algn="l" rtl="0">
              <a:spcBef>
                <a:spcPts val="1102"/>
              </a:spcBef>
              <a:spcAft>
                <a:spcPts val="0"/>
              </a:spcAft>
              <a:buSzPts val="1440"/>
              <a:buChar char="►"/>
              <a:defRPr/>
            </a:lvl7pPr>
            <a:lvl8pPr marL="3657600" lvl="7" indent="-320040" algn="l" rtl="0">
              <a:spcBef>
                <a:spcPts val="1102"/>
              </a:spcBef>
              <a:spcAft>
                <a:spcPts val="0"/>
              </a:spcAft>
              <a:buSzPts val="1440"/>
              <a:buChar char="►"/>
              <a:defRPr/>
            </a:lvl8pPr>
            <a:lvl9pPr marL="4114800" lvl="8" indent="-320040" algn="l" rtl="0">
              <a:spcBef>
                <a:spcPts val="1102"/>
              </a:spcBef>
              <a:spcAft>
                <a:spcPts val="0"/>
              </a:spcAft>
              <a:buSzPts val="1440"/>
              <a:buChar char="►"/>
              <a:defRPr/>
            </a:lvl9pPr>
          </a:lstStyle>
          <a:p>
            <a:endParaRPr/>
          </a:p>
        </p:txBody>
      </p:sp>
      <p:sp>
        <p:nvSpPr>
          <p:cNvPr id="29" name="Google Shape;29;p2"/>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dirty="0"/>
          </a:p>
        </p:txBody>
      </p:sp>
      <p:sp>
        <p:nvSpPr>
          <p:cNvPr id="30" name="Google Shape;30;p2"/>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dirty="0"/>
          </a:p>
        </p:txBody>
      </p:sp>
      <p:sp>
        <p:nvSpPr>
          <p:cNvPr id="31" name="Google Shape;31;p2"/>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OBJECT">
    <p:spTree>
      <p:nvGrpSpPr>
        <p:cNvPr id="1" name=""/>
        <p:cNvGrpSpPr/>
        <p:nvPr/>
      </p:nvGrpSpPr>
      <p:grpSpPr>
        <a:xfrm>
          <a:off x="0" y="0"/>
          <a:ext cx="0" cy="0"/>
          <a:chOff x="0" y="0"/>
          <a:chExt cx="0" cy="0"/>
        </a:xfrm>
      </p:grpSpPr>
      <p:sp>
        <p:nvSpPr>
          <p:cNvPr id="16" name="PlaceHolder 1"/>
          <p:cNvSpPr>
            <a:spLocks noGrp="1"/>
          </p:cNvSpPr>
          <p:nvPr>
            <p:ph type="title"/>
          </p:nvPr>
        </p:nvSpPr>
        <p:spPr>
          <a:xfrm>
            <a:off x="671400" y="671400"/>
            <a:ext cx="6997320" cy="1455120"/>
          </a:xfrm>
          <a:prstGeom prst="rect">
            <a:avLst/>
          </a:prstGeom>
          <a:noFill/>
          <a:ln w="0">
            <a:noFill/>
          </a:ln>
        </p:spPr>
        <p:txBody>
          <a:bodyPr lIns="0" tIns="0" rIns="0" bIns="0" anchor="ctr">
            <a:noAutofit/>
          </a:bodyPr>
          <a:lstStyle/>
          <a:p>
            <a:pPr indent="0">
              <a:buNone/>
            </a:pPr>
            <a:endParaRPr lang="en-US" sz="1400" b="0" u="none" strike="noStrike">
              <a:solidFill>
                <a:srgbClr val="000000"/>
              </a:solidFill>
              <a:uFillTx/>
              <a:latin typeface="Arial"/>
            </a:endParaRPr>
          </a:p>
        </p:txBody>
      </p:sp>
      <p:sp>
        <p:nvSpPr>
          <p:cNvPr id="17" name="PlaceHolder 2"/>
          <p:cNvSpPr>
            <a:spLocks noGrp="1"/>
          </p:cNvSpPr>
          <p:nvPr>
            <p:ph/>
          </p:nvPr>
        </p:nvSpPr>
        <p:spPr>
          <a:xfrm>
            <a:off x="671400" y="2381400"/>
            <a:ext cx="6997320" cy="4277880"/>
          </a:xfrm>
          <a:prstGeom prst="rect">
            <a:avLst/>
          </a:prstGeom>
          <a:noFill/>
          <a:ln w="0">
            <a:noFill/>
          </a:ln>
        </p:spPr>
        <p:txBody>
          <a:bodyPr lIns="0" tIns="0" rIns="0" bIns="0" anchor="t">
            <a:normAutofit/>
          </a:bodyPr>
          <a:lstStyle/>
          <a:p>
            <a:pPr indent="0">
              <a:spcBef>
                <a:spcPts val="1417"/>
              </a:spcBef>
              <a:buNone/>
            </a:pPr>
            <a:endParaRPr lang="en-US" sz="1400" b="0" u="none" strike="noStrike">
              <a:solidFill>
                <a:srgbClr val="000000"/>
              </a:solidFill>
              <a:uFillTx/>
              <a:latin typeface="Arial"/>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FDC5C8AF-B849-4FED-A749-84D352276BFA}" type="slidenum">
              <a:t>‹#›</a:t>
            </a:fld>
            <a:endParaRPr/>
          </a:p>
        </p:txBody>
      </p:sp>
      <p:sp>
        <p:nvSpPr>
          <p:cNvPr id="6" name="PlaceHolder 5"/>
          <p:cNvSpPr>
            <a:spLocks noGrp="1"/>
          </p:cNvSpPr>
          <p:nvPr>
            <p:ph type="dt" idx="1"/>
          </p:nvPr>
        </p:nvSpPr>
        <p:spPr/>
        <p:txBody>
          <a:bodyPr/>
          <a:lstStyle/>
          <a:p>
            <a:endParaRPr/>
          </a:p>
        </p:txBody>
      </p:sp>
    </p:spTree>
    <p:extLst>
      <p:ext uri="{BB962C8B-B14F-4D97-AF65-F5344CB8AC3E}">
        <p14:creationId xmlns:p14="http://schemas.microsoft.com/office/powerpoint/2010/main" val="4226075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9"/>
        <p:cNvGrpSpPr/>
        <p:nvPr/>
      </p:nvGrpSpPr>
      <p:grpSpPr>
        <a:xfrm>
          <a:off x="0" y="0"/>
          <a:ext cx="0" cy="0"/>
          <a:chOff x="0" y="0"/>
          <a:chExt cx="0" cy="0"/>
        </a:xfrm>
      </p:grpSpPr>
      <p:sp>
        <p:nvSpPr>
          <p:cNvPr id="50" name="Google Shape;50;p4"/>
          <p:cNvSpPr txBox="1">
            <a:spLocks noGrp="1"/>
          </p:cNvSpPr>
          <p:nvPr>
            <p:ph type="title"/>
          </p:nvPr>
        </p:nvSpPr>
        <p:spPr>
          <a:xfrm>
            <a:off x="671512" y="671512"/>
            <a:ext cx="6997800" cy="14556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SzPts val="1400"/>
              <a:buNone/>
              <a:defRPr sz="3968"/>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4"/>
          <p:cNvSpPr txBox="1">
            <a:spLocks noGrp="1"/>
          </p:cNvSpPr>
          <p:nvPr>
            <p:ph type="body" idx="1"/>
          </p:nvPr>
        </p:nvSpPr>
        <p:spPr>
          <a:xfrm>
            <a:off x="671512" y="2381250"/>
            <a:ext cx="6997800" cy="4278300"/>
          </a:xfrm>
          <a:prstGeom prst="rect">
            <a:avLst/>
          </a:prstGeom>
          <a:noFill/>
          <a:ln>
            <a:noFill/>
          </a:ln>
        </p:spPr>
        <p:txBody>
          <a:bodyPr spcFirstLastPara="1" wrap="square" lIns="91425" tIns="45700" rIns="91425" bIns="45700" anchor="t" anchorCtr="0">
            <a:noAutofit/>
          </a:bodyPr>
          <a:lstStyle>
            <a:lvl1pPr marL="457200" lvl="0" indent="-320040" algn="l" rtl="0">
              <a:spcBef>
                <a:spcPts val="1100"/>
              </a:spcBef>
              <a:spcAft>
                <a:spcPts val="0"/>
              </a:spcAft>
              <a:buSzPts val="1440"/>
              <a:buChar char="►"/>
              <a:defRPr/>
            </a:lvl1pPr>
            <a:lvl2pPr marL="914400" lvl="1" indent="-320040" algn="l" rtl="0">
              <a:spcBef>
                <a:spcPts val="1100"/>
              </a:spcBef>
              <a:spcAft>
                <a:spcPts val="0"/>
              </a:spcAft>
              <a:buSzPts val="1440"/>
              <a:buChar char="►"/>
              <a:defRPr/>
            </a:lvl2pPr>
            <a:lvl3pPr marL="1371600" lvl="2" indent="-320039" algn="l" rtl="0">
              <a:spcBef>
                <a:spcPts val="1100"/>
              </a:spcBef>
              <a:spcAft>
                <a:spcPts val="0"/>
              </a:spcAft>
              <a:buSzPts val="1440"/>
              <a:buChar char="►"/>
              <a:defRPr/>
            </a:lvl3pPr>
            <a:lvl4pPr marL="1828800" lvl="3" indent="-320039" algn="l" rtl="0">
              <a:spcBef>
                <a:spcPts val="1100"/>
              </a:spcBef>
              <a:spcAft>
                <a:spcPts val="0"/>
              </a:spcAft>
              <a:buSzPts val="1440"/>
              <a:buChar char="►"/>
              <a:defRPr/>
            </a:lvl4pPr>
            <a:lvl5pPr marL="2286000" lvl="4" indent="-320039" algn="l" rtl="0">
              <a:spcBef>
                <a:spcPts val="1100"/>
              </a:spcBef>
              <a:spcAft>
                <a:spcPts val="0"/>
              </a:spcAft>
              <a:buSzPts val="1440"/>
              <a:buChar char="►"/>
              <a:defRPr/>
            </a:lvl5pPr>
            <a:lvl6pPr marL="2743200" lvl="5" indent="-320039" algn="l" rtl="0">
              <a:spcBef>
                <a:spcPts val="1102"/>
              </a:spcBef>
              <a:spcAft>
                <a:spcPts val="0"/>
              </a:spcAft>
              <a:buSzPts val="1440"/>
              <a:buChar char="►"/>
              <a:defRPr/>
            </a:lvl6pPr>
            <a:lvl7pPr marL="3200400" lvl="6" indent="-320039" algn="l" rtl="0">
              <a:spcBef>
                <a:spcPts val="1102"/>
              </a:spcBef>
              <a:spcAft>
                <a:spcPts val="0"/>
              </a:spcAft>
              <a:buSzPts val="1440"/>
              <a:buChar char="►"/>
              <a:defRPr/>
            </a:lvl7pPr>
            <a:lvl8pPr marL="3657600" lvl="7" indent="-320040" algn="l" rtl="0">
              <a:spcBef>
                <a:spcPts val="1102"/>
              </a:spcBef>
              <a:spcAft>
                <a:spcPts val="0"/>
              </a:spcAft>
              <a:buSzPts val="1440"/>
              <a:buChar char="►"/>
              <a:defRPr/>
            </a:lvl8pPr>
            <a:lvl9pPr marL="4114800" lvl="8" indent="-320040" algn="l" rtl="0">
              <a:spcBef>
                <a:spcPts val="1102"/>
              </a:spcBef>
              <a:spcAft>
                <a:spcPts val="0"/>
              </a:spcAft>
              <a:buSzPts val="1440"/>
              <a:buChar char="►"/>
              <a:defRPr/>
            </a:lvl9pPr>
          </a:lstStyle>
          <a:p>
            <a:endParaRPr/>
          </a:p>
        </p:txBody>
      </p:sp>
      <p:sp>
        <p:nvSpPr>
          <p:cNvPr id="52" name="Google Shape;52;p4"/>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dirty="0"/>
          </a:p>
        </p:txBody>
      </p:sp>
      <p:sp>
        <p:nvSpPr>
          <p:cNvPr id="53" name="Google Shape;53;p4"/>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dirty="0"/>
          </a:p>
        </p:txBody>
      </p:sp>
      <p:sp>
        <p:nvSpPr>
          <p:cNvPr id="54" name="Google Shape;54;p4"/>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67"/>
        <p:cNvGrpSpPr/>
        <p:nvPr/>
      </p:nvGrpSpPr>
      <p:grpSpPr>
        <a:xfrm>
          <a:off x="0" y="0"/>
          <a:ext cx="0" cy="0"/>
          <a:chOff x="0" y="0"/>
          <a:chExt cx="0" cy="0"/>
        </a:xfrm>
      </p:grpSpPr>
      <p:sp>
        <p:nvSpPr>
          <p:cNvPr id="68" name="Google Shape;68;p7"/>
          <p:cNvSpPr txBox="1">
            <a:spLocks noGrp="1"/>
          </p:cNvSpPr>
          <p:nvPr>
            <p:ph type="title"/>
          </p:nvPr>
        </p:nvSpPr>
        <p:spPr>
          <a:xfrm>
            <a:off x="678930" y="671971"/>
            <a:ext cx="6990900" cy="3331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sz="485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7"/>
          <p:cNvSpPr txBox="1">
            <a:spLocks noGrp="1"/>
          </p:cNvSpPr>
          <p:nvPr>
            <p:ph type="body" idx="1"/>
          </p:nvPr>
        </p:nvSpPr>
        <p:spPr>
          <a:xfrm>
            <a:off x="672038" y="4423810"/>
            <a:ext cx="6997800" cy="567000"/>
          </a:xfrm>
          <a:prstGeom prst="rect">
            <a:avLst/>
          </a:prstGeom>
          <a:noFill/>
          <a:ln>
            <a:noFill/>
          </a:ln>
        </p:spPr>
        <p:txBody>
          <a:bodyPr spcFirstLastPara="1" wrap="square" lIns="91425" tIns="45700" rIns="91425" bIns="45700" anchor="b" anchorCtr="0">
            <a:noAutofit/>
          </a:bodyPr>
          <a:lstStyle>
            <a:lvl1pPr marL="457200" lvl="0" indent="-228600" algn="l" rtl="0">
              <a:spcBef>
                <a:spcPts val="1100"/>
              </a:spcBef>
              <a:spcAft>
                <a:spcPts val="0"/>
              </a:spcAft>
              <a:buSzPts val="2117"/>
              <a:buFont typeface="Trebuchet MS"/>
              <a:buNone/>
              <a:defRPr sz="2646">
                <a:solidFill>
                  <a:schemeClr val="accent1"/>
                </a:solidFill>
              </a:defRPr>
            </a:lvl1pPr>
            <a:lvl2pPr marL="914400" lvl="1" indent="-228600" algn="l" rtl="0">
              <a:spcBef>
                <a:spcPts val="1100"/>
              </a:spcBef>
              <a:spcAft>
                <a:spcPts val="0"/>
              </a:spcAft>
              <a:buSzPts val="1360"/>
              <a:buFont typeface="Trebuchet MS"/>
              <a:buNone/>
              <a:defRPr/>
            </a:lvl2pPr>
            <a:lvl3pPr marL="1371600" lvl="2" indent="-228600" algn="l" rtl="0">
              <a:spcBef>
                <a:spcPts val="1100"/>
              </a:spcBef>
              <a:spcAft>
                <a:spcPts val="0"/>
              </a:spcAft>
              <a:buSzPts val="1200"/>
              <a:buFont typeface="Trebuchet MS"/>
              <a:buNone/>
              <a:defRPr/>
            </a:lvl3pPr>
            <a:lvl4pPr marL="1828800" lvl="3" indent="-228600" algn="l" rtl="0">
              <a:spcBef>
                <a:spcPts val="1100"/>
              </a:spcBef>
              <a:spcAft>
                <a:spcPts val="0"/>
              </a:spcAft>
              <a:buSzPts val="1040"/>
              <a:buFont typeface="Trebuchet MS"/>
              <a:buNone/>
              <a:defRPr/>
            </a:lvl4pPr>
            <a:lvl5pPr marL="2286000" lvl="4" indent="-228600" algn="l" rtl="0">
              <a:spcBef>
                <a:spcPts val="1100"/>
              </a:spcBef>
              <a:spcAft>
                <a:spcPts val="0"/>
              </a:spcAft>
              <a:buSzPts val="1040"/>
              <a:buFont typeface="Trebuchet MS"/>
              <a:buNone/>
              <a:defRPr/>
            </a:lvl5pPr>
            <a:lvl6pPr marL="2743200" lvl="5" indent="-320039" algn="l" rtl="0">
              <a:spcBef>
                <a:spcPts val="1102"/>
              </a:spcBef>
              <a:spcAft>
                <a:spcPts val="0"/>
              </a:spcAft>
              <a:buSzPts val="1440"/>
              <a:buChar char="►"/>
              <a:defRPr/>
            </a:lvl6pPr>
            <a:lvl7pPr marL="3200400" lvl="6" indent="-320039" algn="l" rtl="0">
              <a:spcBef>
                <a:spcPts val="1102"/>
              </a:spcBef>
              <a:spcAft>
                <a:spcPts val="0"/>
              </a:spcAft>
              <a:buSzPts val="1440"/>
              <a:buChar char="►"/>
              <a:defRPr/>
            </a:lvl7pPr>
            <a:lvl8pPr marL="3657600" lvl="7" indent="-320040" algn="l" rtl="0">
              <a:spcBef>
                <a:spcPts val="1102"/>
              </a:spcBef>
              <a:spcAft>
                <a:spcPts val="0"/>
              </a:spcAft>
              <a:buSzPts val="1440"/>
              <a:buChar char="►"/>
              <a:defRPr/>
            </a:lvl8pPr>
            <a:lvl9pPr marL="4114800" lvl="8" indent="-320040" algn="l" rtl="0">
              <a:spcBef>
                <a:spcPts val="1102"/>
              </a:spcBef>
              <a:spcAft>
                <a:spcPts val="0"/>
              </a:spcAft>
              <a:buSzPts val="1440"/>
              <a:buChar char="►"/>
              <a:defRPr/>
            </a:lvl9pPr>
          </a:lstStyle>
          <a:p>
            <a:endParaRPr/>
          </a:p>
        </p:txBody>
      </p:sp>
      <p:sp>
        <p:nvSpPr>
          <p:cNvPr id="70" name="Google Shape;70;p7"/>
          <p:cNvSpPr txBox="1">
            <a:spLocks noGrp="1"/>
          </p:cNvSpPr>
          <p:nvPr>
            <p:ph type="body" idx="2"/>
          </p:nvPr>
        </p:nvSpPr>
        <p:spPr>
          <a:xfrm>
            <a:off x="672040" y="4990673"/>
            <a:ext cx="6997800" cy="1668900"/>
          </a:xfrm>
          <a:prstGeom prst="rect">
            <a:avLst/>
          </a:prstGeom>
          <a:noFill/>
          <a:ln>
            <a:noFill/>
          </a:ln>
        </p:spPr>
        <p:txBody>
          <a:bodyPr spcFirstLastPara="1" wrap="square" lIns="91425" tIns="45700" rIns="91425" bIns="45700" anchor="t" anchorCtr="0">
            <a:noAutofit/>
          </a:bodyPr>
          <a:lstStyle>
            <a:lvl1pPr marL="457200" lvl="0" indent="-228600" algn="l" rtl="0">
              <a:spcBef>
                <a:spcPts val="1100"/>
              </a:spcBef>
              <a:spcAft>
                <a:spcPts val="0"/>
              </a:spcAft>
              <a:buSzPts val="1587"/>
              <a:buNone/>
              <a:defRPr sz="1984">
                <a:solidFill>
                  <a:srgbClr val="7F7F7F"/>
                </a:solidFill>
              </a:defRPr>
            </a:lvl1pPr>
            <a:lvl2pPr marL="914400" lvl="1" indent="-228600" algn="l" rtl="0">
              <a:spcBef>
                <a:spcPts val="1100"/>
              </a:spcBef>
              <a:spcAft>
                <a:spcPts val="0"/>
              </a:spcAft>
              <a:buSzPts val="1587"/>
              <a:buNone/>
              <a:defRPr sz="1984">
                <a:solidFill>
                  <a:srgbClr val="888888"/>
                </a:solidFill>
              </a:defRPr>
            </a:lvl2pPr>
            <a:lvl3pPr marL="1371600" lvl="2" indent="-228600" algn="l" rtl="0">
              <a:spcBef>
                <a:spcPts val="1100"/>
              </a:spcBef>
              <a:spcAft>
                <a:spcPts val="0"/>
              </a:spcAft>
              <a:buSzPts val="1411"/>
              <a:buNone/>
              <a:defRPr sz="1764">
                <a:solidFill>
                  <a:srgbClr val="888888"/>
                </a:solidFill>
              </a:defRPr>
            </a:lvl3pPr>
            <a:lvl4pPr marL="1828800" lvl="3" indent="-228600" algn="l" rtl="0">
              <a:spcBef>
                <a:spcPts val="1100"/>
              </a:spcBef>
              <a:spcAft>
                <a:spcPts val="0"/>
              </a:spcAft>
              <a:buSzPts val="1234"/>
              <a:buNone/>
              <a:defRPr sz="1543">
                <a:solidFill>
                  <a:srgbClr val="888888"/>
                </a:solidFill>
              </a:defRPr>
            </a:lvl4pPr>
            <a:lvl5pPr marL="2286000" lvl="4" indent="-228600" algn="l" rtl="0">
              <a:spcBef>
                <a:spcPts val="1100"/>
              </a:spcBef>
              <a:spcAft>
                <a:spcPts val="0"/>
              </a:spcAft>
              <a:buSzPts val="1234"/>
              <a:buNone/>
              <a:defRPr sz="1543">
                <a:solidFill>
                  <a:srgbClr val="888888"/>
                </a:solidFill>
              </a:defRPr>
            </a:lvl5pPr>
            <a:lvl6pPr marL="2743200" lvl="5" indent="-228600" algn="l" rtl="0">
              <a:spcBef>
                <a:spcPts val="1102"/>
              </a:spcBef>
              <a:spcAft>
                <a:spcPts val="0"/>
              </a:spcAft>
              <a:buSzPts val="1234"/>
              <a:buNone/>
              <a:defRPr sz="1543">
                <a:solidFill>
                  <a:srgbClr val="888888"/>
                </a:solidFill>
              </a:defRPr>
            </a:lvl6pPr>
            <a:lvl7pPr marL="3200400" lvl="6" indent="-228600" algn="l" rtl="0">
              <a:spcBef>
                <a:spcPts val="1102"/>
              </a:spcBef>
              <a:spcAft>
                <a:spcPts val="0"/>
              </a:spcAft>
              <a:buSzPts val="1234"/>
              <a:buNone/>
              <a:defRPr sz="1543">
                <a:solidFill>
                  <a:srgbClr val="888888"/>
                </a:solidFill>
              </a:defRPr>
            </a:lvl7pPr>
            <a:lvl8pPr marL="3657600" lvl="7" indent="-228600" algn="l" rtl="0">
              <a:spcBef>
                <a:spcPts val="1102"/>
              </a:spcBef>
              <a:spcAft>
                <a:spcPts val="0"/>
              </a:spcAft>
              <a:buSzPts val="1234"/>
              <a:buNone/>
              <a:defRPr sz="1543">
                <a:solidFill>
                  <a:srgbClr val="888888"/>
                </a:solidFill>
              </a:defRPr>
            </a:lvl8pPr>
            <a:lvl9pPr marL="4114800" lvl="8" indent="-228600" algn="l" rtl="0">
              <a:spcBef>
                <a:spcPts val="1102"/>
              </a:spcBef>
              <a:spcAft>
                <a:spcPts val="0"/>
              </a:spcAft>
              <a:buSzPts val="1234"/>
              <a:buNone/>
              <a:defRPr sz="1543">
                <a:solidFill>
                  <a:srgbClr val="888888"/>
                </a:solidFill>
              </a:defRPr>
            </a:lvl9pPr>
          </a:lstStyle>
          <a:p>
            <a:endParaRPr/>
          </a:p>
        </p:txBody>
      </p:sp>
      <p:sp>
        <p:nvSpPr>
          <p:cNvPr id="71" name="Google Shape;71;p7"/>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dirty="0"/>
          </a:p>
        </p:txBody>
      </p:sp>
      <p:sp>
        <p:nvSpPr>
          <p:cNvPr id="72" name="Google Shape;72;p7"/>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dirty="0"/>
          </a:p>
        </p:txBody>
      </p:sp>
      <p:sp>
        <p:nvSpPr>
          <p:cNvPr id="73" name="Google Shape;73;p7"/>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74"/>
        <p:cNvGrpSpPr/>
        <p:nvPr/>
      </p:nvGrpSpPr>
      <p:grpSpPr>
        <a:xfrm>
          <a:off x="0" y="0"/>
          <a:ext cx="0" cy="0"/>
          <a:chOff x="0" y="0"/>
          <a:chExt cx="0" cy="0"/>
        </a:xfrm>
      </p:grpSpPr>
      <p:sp>
        <p:nvSpPr>
          <p:cNvPr id="75" name="Google Shape;75;p8"/>
          <p:cNvSpPr txBox="1">
            <a:spLocks noGrp="1"/>
          </p:cNvSpPr>
          <p:nvPr>
            <p:ph type="title"/>
          </p:nvPr>
        </p:nvSpPr>
        <p:spPr>
          <a:xfrm>
            <a:off x="672040" y="2129659"/>
            <a:ext cx="6997800" cy="2861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sz="485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8"/>
          <p:cNvSpPr txBox="1">
            <a:spLocks noGrp="1"/>
          </p:cNvSpPr>
          <p:nvPr>
            <p:ph type="body" idx="1"/>
          </p:nvPr>
        </p:nvSpPr>
        <p:spPr>
          <a:xfrm>
            <a:off x="672040" y="4990673"/>
            <a:ext cx="6997800" cy="1668900"/>
          </a:xfrm>
          <a:prstGeom prst="rect">
            <a:avLst/>
          </a:prstGeom>
          <a:noFill/>
          <a:ln>
            <a:noFill/>
          </a:ln>
        </p:spPr>
        <p:txBody>
          <a:bodyPr spcFirstLastPara="1" wrap="square" lIns="91425" tIns="45700" rIns="91425" bIns="45700" anchor="t" anchorCtr="0">
            <a:noAutofit/>
          </a:bodyPr>
          <a:lstStyle>
            <a:lvl1pPr marL="457200" lvl="0" indent="-228600" algn="l" rtl="0">
              <a:spcBef>
                <a:spcPts val="1100"/>
              </a:spcBef>
              <a:spcAft>
                <a:spcPts val="0"/>
              </a:spcAft>
              <a:buSzPts val="1587"/>
              <a:buNone/>
              <a:defRPr sz="1984">
                <a:solidFill>
                  <a:srgbClr val="3F3F3F"/>
                </a:solidFill>
              </a:defRPr>
            </a:lvl1pPr>
            <a:lvl2pPr marL="914400" lvl="1" indent="-228600" algn="l" rtl="0">
              <a:spcBef>
                <a:spcPts val="1100"/>
              </a:spcBef>
              <a:spcAft>
                <a:spcPts val="0"/>
              </a:spcAft>
              <a:buSzPts val="1587"/>
              <a:buNone/>
              <a:defRPr sz="1984">
                <a:solidFill>
                  <a:srgbClr val="888888"/>
                </a:solidFill>
              </a:defRPr>
            </a:lvl2pPr>
            <a:lvl3pPr marL="1371600" lvl="2" indent="-228600" algn="l" rtl="0">
              <a:spcBef>
                <a:spcPts val="1100"/>
              </a:spcBef>
              <a:spcAft>
                <a:spcPts val="0"/>
              </a:spcAft>
              <a:buSzPts val="1411"/>
              <a:buNone/>
              <a:defRPr sz="1764">
                <a:solidFill>
                  <a:srgbClr val="888888"/>
                </a:solidFill>
              </a:defRPr>
            </a:lvl3pPr>
            <a:lvl4pPr marL="1828800" lvl="3" indent="-228600" algn="l" rtl="0">
              <a:spcBef>
                <a:spcPts val="1100"/>
              </a:spcBef>
              <a:spcAft>
                <a:spcPts val="0"/>
              </a:spcAft>
              <a:buSzPts val="1234"/>
              <a:buNone/>
              <a:defRPr sz="1543">
                <a:solidFill>
                  <a:srgbClr val="888888"/>
                </a:solidFill>
              </a:defRPr>
            </a:lvl4pPr>
            <a:lvl5pPr marL="2286000" lvl="4" indent="-228600" algn="l" rtl="0">
              <a:spcBef>
                <a:spcPts val="1100"/>
              </a:spcBef>
              <a:spcAft>
                <a:spcPts val="0"/>
              </a:spcAft>
              <a:buSzPts val="1234"/>
              <a:buNone/>
              <a:defRPr sz="1543">
                <a:solidFill>
                  <a:srgbClr val="888888"/>
                </a:solidFill>
              </a:defRPr>
            </a:lvl5pPr>
            <a:lvl6pPr marL="2743200" lvl="5" indent="-228600" algn="l" rtl="0">
              <a:spcBef>
                <a:spcPts val="1102"/>
              </a:spcBef>
              <a:spcAft>
                <a:spcPts val="0"/>
              </a:spcAft>
              <a:buSzPts val="1234"/>
              <a:buNone/>
              <a:defRPr sz="1543">
                <a:solidFill>
                  <a:srgbClr val="888888"/>
                </a:solidFill>
              </a:defRPr>
            </a:lvl6pPr>
            <a:lvl7pPr marL="3200400" lvl="6" indent="-228600" algn="l" rtl="0">
              <a:spcBef>
                <a:spcPts val="1102"/>
              </a:spcBef>
              <a:spcAft>
                <a:spcPts val="0"/>
              </a:spcAft>
              <a:buSzPts val="1234"/>
              <a:buNone/>
              <a:defRPr sz="1543">
                <a:solidFill>
                  <a:srgbClr val="888888"/>
                </a:solidFill>
              </a:defRPr>
            </a:lvl7pPr>
            <a:lvl8pPr marL="3657600" lvl="7" indent="-228600" algn="l" rtl="0">
              <a:spcBef>
                <a:spcPts val="1102"/>
              </a:spcBef>
              <a:spcAft>
                <a:spcPts val="0"/>
              </a:spcAft>
              <a:buSzPts val="1234"/>
              <a:buNone/>
              <a:defRPr sz="1543">
                <a:solidFill>
                  <a:srgbClr val="888888"/>
                </a:solidFill>
              </a:defRPr>
            </a:lvl8pPr>
            <a:lvl9pPr marL="4114800" lvl="8" indent="-228600" algn="l" rtl="0">
              <a:spcBef>
                <a:spcPts val="1102"/>
              </a:spcBef>
              <a:spcAft>
                <a:spcPts val="0"/>
              </a:spcAft>
              <a:buSzPts val="1234"/>
              <a:buNone/>
              <a:defRPr sz="1543">
                <a:solidFill>
                  <a:srgbClr val="888888"/>
                </a:solidFill>
              </a:defRPr>
            </a:lvl9pPr>
          </a:lstStyle>
          <a:p>
            <a:endParaRPr/>
          </a:p>
        </p:txBody>
      </p:sp>
      <p:sp>
        <p:nvSpPr>
          <p:cNvPr id="77" name="Google Shape;77;p8"/>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dirty="0"/>
          </a:p>
        </p:txBody>
      </p:sp>
      <p:sp>
        <p:nvSpPr>
          <p:cNvPr id="78" name="Google Shape;78;p8"/>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dirty="0"/>
          </a:p>
        </p:txBody>
      </p:sp>
      <p:sp>
        <p:nvSpPr>
          <p:cNvPr id="79" name="Google Shape;79;p8"/>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80"/>
        <p:cNvGrpSpPr/>
        <p:nvPr/>
      </p:nvGrpSpPr>
      <p:grpSpPr>
        <a:xfrm>
          <a:off x="0" y="0"/>
          <a:ext cx="0" cy="0"/>
          <a:chOff x="0" y="0"/>
          <a:chExt cx="0" cy="0"/>
        </a:xfrm>
      </p:grpSpPr>
      <p:sp>
        <p:nvSpPr>
          <p:cNvPr id="81" name="Google Shape;81;p9"/>
          <p:cNvSpPr txBox="1">
            <a:spLocks noGrp="1"/>
          </p:cNvSpPr>
          <p:nvPr>
            <p:ph type="title"/>
          </p:nvPr>
        </p:nvSpPr>
        <p:spPr>
          <a:xfrm>
            <a:off x="672042" y="671971"/>
            <a:ext cx="6997800" cy="3751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sz="485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9"/>
          <p:cNvSpPr txBox="1">
            <a:spLocks noGrp="1"/>
          </p:cNvSpPr>
          <p:nvPr>
            <p:ph type="body" idx="1"/>
          </p:nvPr>
        </p:nvSpPr>
        <p:spPr>
          <a:xfrm>
            <a:off x="672042" y="4927788"/>
            <a:ext cx="6997800" cy="1731600"/>
          </a:xfrm>
          <a:prstGeom prst="rect">
            <a:avLst/>
          </a:prstGeom>
          <a:noFill/>
          <a:ln>
            <a:noFill/>
          </a:ln>
        </p:spPr>
        <p:txBody>
          <a:bodyPr spcFirstLastPara="1" wrap="square" lIns="91425" tIns="45700" rIns="91425" bIns="45700" anchor="ctr" anchorCtr="0">
            <a:noAutofit/>
          </a:bodyPr>
          <a:lstStyle>
            <a:lvl1pPr marL="457200" lvl="0" indent="-228600" algn="l" rtl="0">
              <a:spcBef>
                <a:spcPts val="1100"/>
              </a:spcBef>
              <a:spcAft>
                <a:spcPts val="0"/>
              </a:spcAft>
              <a:buSzPts val="1587"/>
              <a:buNone/>
              <a:defRPr sz="1984">
                <a:solidFill>
                  <a:srgbClr val="3F3F3F"/>
                </a:solidFill>
              </a:defRPr>
            </a:lvl1pPr>
            <a:lvl2pPr marL="914400" lvl="1" indent="-228600" algn="l" rtl="0">
              <a:spcBef>
                <a:spcPts val="1100"/>
              </a:spcBef>
              <a:spcAft>
                <a:spcPts val="0"/>
              </a:spcAft>
              <a:buSzPts val="1587"/>
              <a:buNone/>
              <a:defRPr sz="1984">
                <a:solidFill>
                  <a:srgbClr val="888888"/>
                </a:solidFill>
              </a:defRPr>
            </a:lvl2pPr>
            <a:lvl3pPr marL="1371600" lvl="2" indent="-228600" algn="l" rtl="0">
              <a:spcBef>
                <a:spcPts val="1100"/>
              </a:spcBef>
              <a:spcAft>
                <a:spcPts val="0"/>
              </a:spcAft>
              <a:buSzPts val="1411"/>
              <a:buNone/>
              <a:defRPr sz="1764">
                <a:solidFill>
                  <a:srgbClr val="888888"/>
                </a:solidFill>
              </a:defRPr>
            </a:lvl3pPr>
            <a:lvl4pPr marL="1828800" lvl="3" indent="-228600" algn="l" rtl="0">
              <a:spcBef>
                <a:spcPts val="1100"/>
              </a:spcBef>
              <a:spcAft>
                <a:spcPts val="0"/>
              </a:spcAft>
              <a:buSzPts val="1234"/>
              <a:buNone/>
              <a:defRPr sz="1543">
                <a:solidFill>
                  <a:srgbClr val="888888"/>
                </a:solidFill>
              </a:defRPr>
            </a:lvl4pPr>
            <a:lvl5pPr marL="2286000" lvl="4" indent="-228600" algn="l" rtl="0">
              <a:spcBef>
                <a:spcPts val="1100"/>
              </a:spcBef>
              <a:spcAft>
                <a:spcPts val="0"/>
              </a:spcAft>
              <a:buSzPts val="1234"/>
              <a:buNone/>
              <a:defRPr sz="1543">
                <a:solidFill>
                  <a:srgbClr val="888888"/>
                </a:solidFill>
              </a:defRPr>
            </a:lvl5pPr>
            <a:lvl6pPr marL="2743200" lvl="5" indent="-228600" algn="l" rtl="0">
              <a:spcBef>
                <a:spcPts val="1102"/>
              </a:spcBef>
              <a:spcAft>
                <a:spcPts val="0"/>
              </a:spcAft>
              <a:buSzPts val="1234"/>
              <a:buNone/>
              <a:defRPr sz="1543">
                <a:solidFill>
                  <a:srgbClr val="888888"/>
                </a:solidFill>
              </a:defRPr>
            </a:lvl6pPr>
            <a:lvl7pPr marL="3200400" lvl="6" indent="-228600" algn="l" rtl="0">
              <a:spcBef>
                <a:spcPts val="1102"/>
              </a:spcBef>
              <a:spcAft>
                <a:spcPts val="0"/>
              </a:spcAft>
              <a:buSzPts val="1234"/>
              <a:buNone/>
              <a:defRPr sz="1543">
                <a:solidFill>
                  <a:srgbClr val="888888"/>
                </a:solidFill>
              </a:defRPr>
            </a:lvl7pPr>
            <a:lvl8pPr marL="3657600" lvl="7" indent="-228600" algn="l" rtl="0">
              <a:spcBef>
                <a:spcPts val="1102"/>
              </a:spcBef>
              <a:spcAft>
                <a:spcPts val="0"/>
              </a:spcAft>
              <a:buSzPts val="1234"/>
              <a:buNone/>
              <a:defRPr sz="1543">
                <a:solidFill>
                  <a:srgbClr val="888888"/>
                </a:solidFill>
              </a:defRPr>
            </a:lvl8pPr>
            <a:lvl9pPr marL="4114800" lvl="8" indent="-228600" algn="l" rtl="0">
              <a:spcBef>
                <a:spcPts val="1102"/>
              </a:spcBef>
              <a:spcAft>
                <a:spcPts val="0"/>
              </a:spcAft>
              <a:buSzPts val="1234"/>
              <a:buNone/>
              <a:defRPr sz="1543">
                <a:solidFill>
                  <a:srgbClr val="888888"/>
                </a:solidFill>
              </a:defRPr>
            </a:lvl9pPr>
          </a:lstStyle>
          <a:p>
            <a:endParaRPr/>
          </a:p>
        </p:txBody>
      </p:sp>
      <p:sp>
        <p:nvSpPr>
          <p:cNvPr id="83" name="Google Shape;83;p9"/>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dirty="0"/>
          </a:p>
        </p:txBody>
      </p:sp>
      <p:sp>
        <p:nvSpPr>
          <p:cNvPr id="84" name="Google Shape;84;p9"/>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dirty="0"/>
          </a:p>
        </p:txBody>
      </p:sp>
      <p:sp>
        <p:nvSpPr>
          <p:cNvPr id="85" name="Google Shape;85;p9"/>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6"/>
        <p:cNvGrpSpPr/>
        <p:nvPr/>
      </p:nvGrpSpPr>
      <p:grpSpPr>
        <a:xfrm>
          <a:off x="0" y="0"/>
          <a:ext cx="0" cy="0"/>
          <a:chOff x="0" y="0"/>
          <a:chExt cx="0" cy="0"/>
        </a:xfrm>
      </p:grpSpPr>
      <p:sp>
        <p:nvSpPr>
          <p:cNvPr id="87" name="Google Shape;87;p10"/>
          <p:cNvSpPr txBox="1">
            <a:spLocks noGrp="1"/>
          </p:cNvSpPr>
          <p:nvPr>
            <p:ph type="title"/>
          </p:nvPr>
        </p:nvSpPr>
        <p:spPr>
          <a:xfrm>
            <a:off x="672041" y="5291772"/>
            <a:ext cx="6997800" cy="6246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sz="2646" b="0"/>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 name="Google Shape;88;p10"/>
          <p:cNvSpPr>
            <a:spLocks noGrp="1"/>
          </p:cNvSpPr>
          <p:nvPr>
            <p:ph type="pic" idx="2"/>
          </p:nvPr>
        </p:nvSpPr>
        <p:spPr>
          <a:xfrm>
            <a:off x="672041" y="671971"/>
            <a:ext cx="6997800" cy="4239300"/>
          </a:xfrm>
          <a:prstGeom prst="rect">
            <a:avLst/>
          </a:prstGeom>
          <a:noFill/>
          <a:ln>
            <a:noFill/>
          </a:ln>
        </p:spPr>
      </p:sp>
      <p:sp>
        <p:nvSpPr>
          <p:cNvPr id="89" name="Google Shape;89;p10"/>
          <p:cNvSpPr txBox="1">
            <a:spLocks noGrp="1"/>
          </p:cNvSpPr>
          <p:nvPr>
            <p:ph type="body" idx="1"/>
          </p:nvPr>
        </p:nvSpPr>
        <p:spPr>
          <a:xfrm>
            <a:off x="672041" y="5916496"/>
            <a:ext cx="6997800" cy="743100"/>
          </a:xfrm>
          <a:prstGeom prst="rect">
            <a:avLst/>
          </a:prstGeom>
          <a:noFill/>
          <a:ln>
            <a:noFill/>
          </a:ln>
        </p:spPr>
        <p:txBody>
          <a:bodyPr spcFirstLastPara="1" wrap="square" lIns="91425" tIns="45700" rIns="91425" bIns="45700" anchor="t" anchorCtr="0">
            <a:noAutofit/>
          </a:bodyPr>
          <a:lstStyle>
            <a:lvl1pPr marL="457200" lvl="0" indent="-228600" algn="l" rtl="0">
              <a:spcBef>
                <a:spcPts val="1100"/>
              </a:spcBef>
              <a:spcAft>
                <a:spcPts val="0"/>
              </a:spcAft>
              <a:buSzPts val="1058"/>
              <a:buNone/>
              <a:defRPr sz="1323"/>
            </a:lvl1pPr>
            <a:lvl2pPr marL="914400" lvl="1" indent="-228600" algn="l" rtl="0">
              <a:spcBef>
                <a:spcPts val="1100"/>
              </a:spcBef>
              <a:spcAft>
                <a:spcPts val="0"/>
              </a:spcAft>
              <a:buSzPts val="1058"/>
              <a:buNone/>
              <a:defRPr sz="1323"/>
            </a:lvl2pPr>
            <a:lvl3pPr marL="1371600" lvl="2" indent="-228600" algn="l" rtl="0">
              <a:spcBef>
                <a:spcPts val="1100"/>
              </a:spcBef>
              <a:spcAft>
                <a:spcPts val="0"/>
              </a:spcAft>
              <a:buSzPts val="882"/>
              <a:buNone/>
              <a:defRPr sz="1102"/>
            </a:lvl3pPr>
            <a:lvl4pPr marL="1828800" lvl="3" indent="-228600" algn="l" rtl="0">
              <a:spcBef>
                <a:spcPts val="1100"/>
              </a:spcBef>
              <a:spcAft>
                <a:spcPts val="0"/>
              </a:spcAft>
              <a:buSzPts val="794"/>
              <a:buNone/>
              <a:defRPr sz="992"/>
            </a:lvl4pPr>
            <a:lvl5pPr marL="2286000" lvl="4" indent="-228600" algn="l" rtl="0">
              <a:spcBef>
                <a:spcPts val="1100"/>
              </a:spcBef>
              <a:spcAft>
                <a:spcPts val="0"/>
              </a:spcAft>
              <a:buSzPts val="794"/>
              <a:buNone/>
              <a:defRPr sz="992"/>
            </a:lvl5pPr>
            <a:lvl6pPr marL="2743200" lvl="5" indent="-228600" algn="l" rtl="0">
              <a:spcBef>
                <a:spcPts val="1102"/>
              </a:spcBef>
              <a:spcAft>
                <a:spcPts val="0"/>
              </a:spcAft>
              <a:buSzPts val="794"/>
              <a:buNone/>
              <a:defRPr sz="992"/>
            </a:lvl6pPr>
            <a:lvl7pPr marL="3200400" lvl="6" indent="-228600" algn="l" rtl="0">
              <a:spcBef>
                <a:spcPts val="1102"/>
              </a:spcBef>
              <a:spcAft>
                <a:spcPts val="0"/>
              </a:spcAft>
              <a:buSzPts val="794"/>
              <a:buNone/>
              <a:defRPr sz="992"/>
            </a:lvl7pPr>
            <a:lvl8pPr marL="3657600" lvl="7" indent="-228600" algn="l" rtl="0">
              <a:spcBef>
                <a:spcPts val="1102"/>
              </a:spcBef>
              <a:spcAft>
                <a:spcPts val="0"/>
              </a:spcAft>
              <a:buSzPts val="794"/>
              <a:buNone/>
              <a:defRPr sz="992"/>
            </a:lvl8pPr>
            <a:lvl9pPr marL="4114800" lvl="8" indent="-228600" algn="l" rtl="0">
              <a:spcBef>
                <a:spcPts val="1102"/>
              </a:spcBef>
              <a:spcAft>
                <a:spcPts val="0"/>
              </a:spcAft>
              <a:buSzPts val="794"/>
              <a:buNone/>
              <a:defRPr sz="992"/>
            </a:lvl9pPr>
          </a:lstStyle>
          <a:p>
            <a:endParaRPr/>
          </a:p>
        </p:txBody>
      </p:sp>
      <p:sp>
        <p:nvSpPr>
          <p:cNvPr id="90" name="Google Shape;90;p10"/>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dirty="0"/>
          </a:p>
        </p:txBody>
      </p:sp>
      <p:sp>
        <p:nvSpPr>
          <p:cNvPr id="91" name="Google Shape;91;p10"/>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dirty="0"/>
          </a:p>
        </p:txBody>
      </p:sp>
      <p:sp>
        <p:nvSpPr>
          <p:cNvPr id="92" name="Google Shape;92;p10"/>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3"/>
        <p:cNvGrpSpPr/>
        <p:nvPr/>
      </p:nvGrpSpPr>
      <p:grpSpPr>
        <a:xfrm>
          <a:off x="0" y="0"/>
          <a:ext cx="0" cy="0"/>
          <a:chOff x="0" y="0"/>
          <a:chExt cx="0" cy="0"/>
        </a:xfrm>
      </p:grpSpPr>
      <p:sp>
        <p:nvSpPr>
          <p:cNvPr id="94" name="Google Shape;94;p11"/>
          <p:cNvSpPr txBox="1">
            <a:spLocks noGrp="1"/>
          </p:cNvSpPr>
          <p:nvPr>
            <p:ph type="title"/>
          </p:nvPr>
        </p:nvSpPr>
        <p:spPr>
          <a:xfrm>
            <a:off x="672041" y="1651933"/>
            <a:ext cx="3075900" cy="14094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sz="2205"/>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5" name="Google Shape;95;p11"/>
          <p:cNvSpPr txBox="1">
            <a:spLocks noGrp="1"/>
          </p:cNvSpPr>
          <p:nvPr>
            <p:ph type="body" idx="1"/>
          </p:nvPr>
        </p:nvSpPr>
        <p:spPr>
          <a:xfrm>
            <a:off x="3937083" y="567610"/>
            <a:ext cx="3732900" cy="6091800"/>
          </a:xfrm>
          <a:prstGeom prst="rect">
            <a:avLst/>
          </a:prstGeom>
          <a:noFill/>
          <a:ln>
            <a:noFill/>
          </a:ln>
        </p:spPr>
        <p:txBody>
          <a:bodyPr spcFirstLastPara="1" wrap="square" lIns="91425" tIns="45700" rIns="91425" bIns="45700" anchor="t" anchorCtr="0">
            <a:noAutofit/>
          </a:bodyPr>
          <a:lstStyle>
            <a:lvl1pPr marL="457200" lvl="0" indent="-320040" algn="l" rtl="0">
              <a:spcBef>
                <a:spcPts val="1100"/>
              </a:spcBef>
              <a:spcAft>
                <a:spcPts val="0"/>
              </a:spcAft>
              <a:buSzPts val="1440"/>
              <a:buChar char="►"/>
              <a:defRPr/>
            </a:lvl1pPr>
            <a:lvl2pPr marL="914400" lvl="1" indent="-320040" algn="l" rtl="0">
              <a:spcBef>
                <a:spcPts val="1100"/>
              </a:spcBef>
              <a:spcAft>
                <a:spcPts val="0"/>
              </a:spcAft>
              <a:buSzPts val="1440"/>
              <a:buChar char="►"/>
              <a:defRPr/>
            </a:lvl2pPr>
            <a:lvl3pPr marL="1371600" lvl="2" indent="-320039" algn="l" rtl="0">
              <a:spcBef>
                <a:spcPts val="1100"/>
              </a:spcBef>
              <a:spcAft>
                <a:spcPts val="0"/>
              </a:spcAft>
              <a:buSzPts val="1440"/>
              <a:buChar char="►"/>
              <a:defRPr/>
            </a:lvl3pPr>
            <a:lvl4pPr marL="1828800" lvl="3" indent="-320039" algn="l" rtl="0">
              <a:spcBef>
                <a:spcPts val="1100"/>
              </a:spcBef>
              <a:spcAft>
                <a:spcPts val="0"/>
              </a:spcAft>
              <a:buSzPts val="1440"/>
              <a:buChar char="►"/>
              <a:defRPr/>
            </a:lvl4pPr>
            <a:lvl5pPr marL="2286000" lvl="4" indent="-320039" algn="l" rtl="0">
              <a:spcBef>
                <a:spcPts val="1100"/>
              </a:spcBef>
              <a:spcAft>
                <a:spcPts val="0"/>
              </a:spcAft>
              <a:buSzPts val="1440"/>
              <a:buChar char="►"/>
              <a:defRPr/>
            </a:lvl5pPr>
            <a:lvl6pPr marL="2743200" lvl="5" indent="-320039" algn="l" rtl="0">
              <a:spcBef>
                <a:spcPts val="1102"/>
              </a:spcBef>
              <a:spcAft>
                <a:spcPts val="0"/>
              </a:spcAft>
              <a:buSzPts val="1440"/>
              <a:buChar char="►"/>
              <a:defRPr/>
            </a:lvl6pPr>
            <a:lvl7pPr marL="3200400" lvl="6" indent="-320039" algn="l" rtl="0">
              <a:spcBef>
                <a:spcPts val="1102"/>
              </a:spcBef>
              <a:spcAft>
                <a:spcPts val="0"/>
              </a:spcAft>
              <a:buSzPts val="1440"/>
              <a:buChar char="►"/>
              <a:defRPr/>
            </a:lvl7pPr>
            <a:lvl8pPr marL="3657600" lvl="7" indent="-320040" algn="l" rtl="0">
              <a:spcBef>
                <a:spcPts val="1102"/>
              </a:spcBef>
              <a:spcAft>
                <a:spcPts val="0"/>
              </a:spcAft>
              <a:buSzPts val="1440"/>
              <a:buChar char="►"/>
              <a:defRPr/>
            </a:lvl8pPr>
            <a:lvl9pPr marL="4114800" lvl="8" indent="-320040" algn="l" rtl="0">
              <a:spcBef>
                <a:spcPts val="1102"/>
              </a:spcBef>
              <a:spcAft>
                <a:spcPts val="0"/>
              </a:spcAft>
              <a:buSzPts val="1440"/>
              <a:buChar char="►"/>
              <a:defRPr/>
            </a:lvl9pPr>
          </a:lstStyle>
          <a:p>
            <a:endParaRPr/>
          </a:p>
        </p:txBody>
      </p:sp>
      <p:sp>
        <p:nvSpPr>
          <p:cNvPr id="96" name="Google Shape;96;p11"/>
          <p:cNvSpPr txBox="1">
            <a:spLocks noGrp="1"/>
          </p:cNvSpPr>
          <p:nvPr>
            <p:ph type="body" idx="2"/>
          </p:nvPr>
        </p:nvSpPr>
        <p:spPr>
          <a:xfrm>
            <a:off x="672041" y="3061205"/>
            <a:ext cx="3075900" cy="2848800"/>
          </a:xfrm>
          <a:prstGeom prst="rect">
            <a:avLst/>
          </a:prstGeom>
          <a:noFill/>
          <a:ln>
            <a:noFill/>
          </a:ln>
        </p:spPr>
        <p:txBody>
          <a:bodyPr spcFirstLastPara="1" wrap="square" lIns="91425" tIns="45700" rIns="91425" bIns="45700" anchor="t" anchorCtr="0">
            <a:noAutofit/>
          </a:bodyPr>
          <a:lstStyle>
            <a:lvl1pPr marL="457200" lvl="0" indent="-228600" algn="l" rtl="0">
              <a:spcBef>
                <a:spcPts val="1100"/>
              </a:spcBef>
              <a:spcAft>
                <a:spcPts val="0"/>
              </a:spcAft>
              <a:buSzPts val="1234"/>
              <a:buNone/>
              <a:defRPr sz="1543"/>
            </a:lvl1pPr>
            <a:lvl2pPr marL="914400" lvl="1" indent="-228600" algn="l" rtl="0">
              <a:spcBef>
                <a:spcPts val="1100"/>
              </a:spcBef>
              <a:spcAft>
                <a:spcPts val="0"/>
              </a:spcAft>
              <a:buSzPts val="926"/>
              <a:buNone/>
              <a:defRPr sz="1157"/>
            </a:lvl2pPr>
            <a:lvl3pPr marL="1371600" lvl="2" indent="-228600" algn="l" rtl="0">
              <a:spcBef>
                <a:spcPts val="1100"/>
              </a:spcBef>
              <a:spcAft>
                <a:spcPts val="0"/>
              </a:spcAft>
              <a:buSzPts val="794"/>
              <a:buNone/>
              <a:defRPr sz="992"/>
            </a:lvl3pPr>
            <a:lvl4pPr marL="1828800" lvl="3" indent="-228600" algn="l" rtl="0">
              <a:spcBef>
                <a:spcPts val="1100"/>
              </a:spcBef>
              <a:spcAft>
                <a:spcPts val="0"/>
              </a:spcAft>
              <a:buSzPts val="662"/>
              <a:buNone/>
              <a:defRPr sz="827"/>
            </a:lvl4pPr>
            <a:lvl5pPr marL="2286000" lvl="4" indent="-228600" algn="l" rtl="0">
              <a:spcBef>
                <a:spcPts val="1100"/>
              </a:spcBef>
              <a:spcAft>
                <a:spcPts val="0"/>
              </a:spcAft>
              <a:buSzPts val="662"/>
              <a:buNone/>
              <a:defRPr sz="827"/>
            </a:lvl5pPr>
            <a:lvl6pPr marL="2743200" lvl="5" indent="-228600" algn="l" rtl="0">
              <a:spcBef>
                <a:spcPts val="1102"/>
              </a:spcBef>
              <a:spcAft>
                <a:spcPts val="0"/>
              </a:spcAft>
              <a:buSzPts val="662"/>
              <a:buNone/>
              <a:defRPr sz="827"/>
            </a:lvl6pPr>
            <a:lvl7pPr marL="3200400" lvl="6" indent="-228600" algn="l" rtl="0">
              <a:spcBef>
                <a:spcPts val="1102"/>
              </a:spcBef>
              <a:spcAft>
                <a:spcPts val="0"/>
              </a:spcAft>
              <a:buSzPts val="662"/>
              <a:buNone/>
              <a:defRPr sz="827"/>
            </a:lvl7pPr>
            <a:lvl8pPr marL="3657600" lvl="7" indent="-228600" algn="l" rtl="0">
              <a:spcBef>
                <a:spcPts val="1102"/>
              </a:spcBef>
              <a:spcAft>
                <a:spcPts val="0"/>
              </a:spcAft>
              <a:buSzPts val="662"/>
              <a:buNone/>
              <a:defRPr sz="827"/>
            </a:lvl8pPr>
            <a:lvl9pPr marL="4114800" lvl="8" indent="-228600" algn="l" rtl="0">
              <a:spcBef>
                <a:spcPts val="1102"/>
              </a:spcBef>
              <a:spcAft>
                <a:spcPts val="0"/>
              </a:spcAft>
              <a:buSzPts val="662"/>
              <a:buNone/>
              <a:defRPr sz="827"/>
            </a:lvl9pPr>
          </a:lstStyle>
          <a:p>
            <a:endParaRPr/>
          </a:p>
        </p:txBody>
      </p:sp>
      <p:sp>
        <p:nvSpPr>
          <p:cNvPr id="97" name="Google Shape;97;p11"/>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dirty="0"/>
          </a:p>
        </p:txBody>
      </p:sp>
      <p:sp>
        <p:nvSpPr>
          <p:cNvPr id="98" name="Google Shape;98;p11"/>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dirty="0"/>
          </a:p>
        </p:txBody>
      </p:sp>
      <p:sp>
        <p:nvSpPr>
          <p:cNvPr id="99" name="Google Shape;99;p11"/>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4"/>
        <p:cNvGrpSpPr/>
        <p:nvPr/>
      </p:nvGrpSpPr>
      <p:grpSpPr>
        <a:xfrm>
          <a:off x="0" y="0"/>
          <a:ext cx="0" cy="0"/>
          <a:chOff x="0" y="0"/>
          <a:chExt cx="0" cy="0"/>
        </a:xfrm>
      </p:grpSpPr>
      <p:sp>
        <p:nvSpPr>
          <p:cNvPr id="105" name="Google Shape;105;p13"/>
          <p:cNvSpPr txBox="1">
            <a:spLocks noGrp="1"/>
          </p:cNvSpPr>
          <p:nvPr>
            <p:ph type="title"/>
          </p:nvPr>
        </p:nvSpPr>
        <p:spPr>
          <a:xfrm>
            <a:off x="672041" y="671971"/>
            <a:ext cx="6997800" cy="14559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6" name="Google Shape;106;p13"/>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dirty="0"/>
          </a:p>
        </p:txBody>
      </p:sp>
      <p:sp>
        <p:nvSpPr>
          <p:cNvPr id="107" name="Google Shape;107;p13"/>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dirty="0"/>
          </a:p>
        </p:txBody>
      </p:sp>
      <p:sp>
        <p:nvSpPr>
          <p:cNvPr id="108" name="Google Shape;108;p13"/>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09"/>
        <p:cNvGrpSpPr/>
        <p:nvPr/>
      </p:nvGrpSpPr>
      <p:grpSpPr>
        <a:xfrm>
          <a:off x="0" y="0"/>
          <a:ext cx="0" cy="0"/>
          <a:chOff x="0" y="0"/>
          <a:chExt cx="0" cy="0"/>
        </a:xfrm>
      </p:grpSpPr>
      <p:sp>
        <p:nvSpPr>
          <p:cNvPr id="110" name="Google Shape;110;p14"/>
          <p:cNvSpPr txBox="1">
            <a:spLocks noGrp="1"/>
          </p:cNvSpPr>
          <p:nvPr>
            <p:ph type="title"/>
          </p:nvPr>
        </p:nvSpPr>
        <p:spPr>
          <a:xfrm>
            <a:off x="672041" y="671971"/>
            <a:ext cx="6997800" cy="14559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1" name="Google Shape;111;p14"/>
          <p:cNvSpPr txBox="1">
            <a:spLocks noGrp="1"/>
          </p:cNvSpPr>
          <p:nvPr>
            <p:ph type="body" idx="1"/>
          </p:nvPr>
        </p:nvSpPr>
        <p:spPr>
          <a:xfrm>
            <a:off x="672041" y="2382084"/>
            <a:ext cx="3407400" cy="635100"/>
          </a:xfrm>
          <a:prstGeom prst="rect">
            <a:avLst/>
          </a:prstGeom>
          <a:noFill/>
          <a:ln>
            <a:noFill/>
          </a:ln>
        </p:spPr>
        <p:txBody>
          <a:bodyPr spcFirstLastPara="1" wrap="square" lIns="91425" tIns="45700" rIns="91425" bIns="45700" anchor="b" anchorCtr="0">
            <a:noAutofit/>
          </a:bodyPr>
          <a:lstStyle>
            <a:lvl1pPr marL="457200" lvl="0" indent="-228600" algn="l" rtl="0">
              <a:spcBef>
                <a:spcPts val="1100"/>
              </a:spcBef>
              <a:spcAft>
                <a:spcPts val="0"/>
              </a:spcAft>
              <a:buSzPts val="2117"/>
              <a:buNone/>
              <a:defRPr sz="2646" b="0"/>
            </a:lvl1pPr>
            <a:lvl2pPr marL="914400" lvl="1" indent="-228600" algn="l" rtl="0">
              <a:spcBef>
                <a:spcPts val="1100"/>
              </a:spcBef>
              <a:spcAft>
                <a:spcPts val="0"/>
              </a:spcAft>
              <a:buSzPts val="1764"/>
              <a:buNone/>
              <a:defRPr sz="2205" b="1"/>
            </a:lvl2pPr>
            <a:lvl3pPr marL="1371600" lvl="2" indent="-228600" algn="l" rtl="0">
              <a:spcBef>
                <a:spcPts val="1100"/>
              </a:spcBef>
              <a:spcAft>
                <a:spcPts val="0"/>
              </a:spcAft>
              <a:buSzPts val="1587"/>
              <a:buNone/>
              <a:defRPr sz="1984" b="1"/>
            </a:lvl3pPr>
            <a:lvl4pPr marL="1828800" lvl="3" indent="-228600" algn="l" rtl="0">
              <a:spcBef>
                <a:spcPts val="1100"/>
              </a:spcBef>
              <a:spcAft>
                <a:spcPts val="0"/>
              </a:spcAft>
              <a:buSzPts val="1411"/>
              <a:buNone/>
              <a:defRPr sz="1764" b="1"/>
            </a:lvl4pPr>
            <a:lvl5pPr marL="2286000" lvl="4" indent="-228600" algn="l" rtl="0">
              <a:spcBef>
                <a:spcPts val="1100"/>
              </a:spcBef>
              <a:spcAft>
                <a:spcPts val="0"/>
              </a:spcAft>
              <a:buSzPts val="1411"/>
              <a:buNone/>
              <a:defRPr sz="1764" b="1"/>
            </a:lvl5pPr>
            <a:lvl6pPr marL="2743200" lvl="5" indent="-228600" algn="l" rtl="0">
              <a:spcBef>
                <a:spcPts val="1102"/>
              </a:spcBef>
              <a:spcAft>
                <a:spcPts val="0"/>
              </a:spcAft>
              <a:buSzPts val="1411"/>
              <a:buNone/>
              <a:defRPr sz="1764" b="1"/>
            </a:lvl6pPr>
            <a:lvl7pPr marL="3200400" lvl="6" indent="-228600" algn="l" rtl="0">
              <a:spcBef>
                <a:spcPts val="1102"/>
              </a:spcBef>
              <a:spcAft>
                <a:spcPts val="0"/>
              </a:spcAft>
              <a:buSzPts val="1411"/>
              <a:buNone/>
              <a:defRPr sz="1764" b="1"/>
            </a:lvl7pPr>
            <a:lvl8pPr marL="3657600" lvl="7" indent="-228600" algn="l" rtl="0">
              <a:spcBef>
                <a:spcPts val="1102"/>
              </a:spcBef>
              <a:spcAft>
                <a:spcPts val="0"/>
              </a:spcAft>
              <a:buSzPts val="1411"/>
              <a:buNone/>
              <a:defRPr sz="1764" b="1"/>
            </a:lvl8pPr>
            <a:lvl9pPr marL="4114800" lvl="8" indent="-228600" algn="l" rtl="0">
              <a:spcBef>
                <a:spcPts val="1102"/>
              </a:spcBef>
              <a:spcAft>
                <a:spcPts val="0"/>
              </a:spcAft>
              <a:buSzPts val="1411"/>
              <a:buNone/>
              <a:defRPr sz="1764" b="1"/>
            </a:lvl9pPr>
          </a:lstStyle>
          <a:p>
            <a:endParaRPr/>
          </a:p>
        </p:txBody>
      </p:sp>
      <p:sp>
        <p:nvSpPr>
          <p:cNvPr id="112" name="Google Shape;112;p14"/>
          <p:cNvSpPr txBox="1">
            <a:spLocks noGrp="1"/>
          </p:cNvSpPr>
          <p:nvPr>
            <p:ph type="body" idx="2"/>
          </p:nvPr>
        </p:nvSpPr>
        <p:spPr>
          <a:xfrm>
            <a:off x="672041" y="3017307"/>
            <a:ext cx="3407400" cy="3642300"/>
          </a:xfrm>
          <a:prstGeom prst="rect">
            <a:avLst/>
          </a:prstGeom>
          <a:noFill/>
          <a:ln>
            <a:noFill/>
          </a:ln>
        </p:spPr>
        <p:txBody>
          <a:bodyPr spcFirstLastPara="1" wrap="square" lIns="91425" tIns="45700" rIns="91425" bIns="45700" anchor="t" anchorCtr="0">
            <a:noAutofit/>
          </a:bodyPr>
          <a:lstStyle>
            <a:lvl1pPr marL="457200" lvl="0" indent="-320040" algn="l" rtl="0">
              <a:spcBef>
                <a:spcPts val="1100"/>
              </a:spcBef>
              <a:spcAft>
                <a:spcPts val="0"/>
              </a:spcAft>
              <a:buSzPts val="1440"/>
              <a:buChar char="►"/>
              <a:defRPr/>
            </a:lvl1pPr>
            <a:lvl2pPr marL="914400" lvl="1" indent="-320040" algn="l" rtl="0">
              <a:spcBef>
                <a:spcPts val="1100"/>
              </a:spcBef>
              <a:spcAft>
                <a:spcPts val="0"/>
              </a:spcAft>
              <a:buSzPts val="1440"/>
              <a:buChar char="►"/>
              <a:defRPr/>
            </a:lvl2pPr>
            <a:lvl3pPr marL="1371600" lvl="2" indent="-320039" algn="l" rtl="0">
              <a:spcBef>
                <a:spcPts val="1100"/>
              </a:spcBef>
              <a:spcAft>
                <a:spcPts val="0"/>
              </a:spcAft>
              <a:buSzPts val="1440"/>
              <a:buChar char="►"/>
              <a:defRPr/>
            </a:lvl3pPr>
            <a:lvl4pPr marL="1828800" lvl="3" indent="-320039" algn="l" rtl="0">
              <a:spcBef>
                <a:spcPts val="1100"/>
              </a:spcBef>
              <a:spcAft>
                <a:spcPts val="0"/>
              </a:spcAft>
              <a:buSzPts val="1440"/>
              <a:buChar char="►"/>
              <a:defRPr/>
            </a:lvl4pPr>
            <a:lvl5pPr marL="2286000" lvl="4" indent="-320039" algn="l" rtl="0">
              <a:spcBef>
                <a:spcPts val="1100"/>
              </a:spcBef>
              <a:spcAft>
                <a:spcPts val="0"/>
              </a:spcAft>
              <a:buSzPts val="1440"/>
              <a:buChar char="►"/>
              <a:defRPr/>
            </a:lvl5pPr>
            <a:lvl6pPr marL="2743200" lvl="5" indent="-320039" algn="l" rtl="0">
              <a:spcBef>
                <a:spcPts val="1102"/>
              </a:spcBef>
              <a:spcAft>
                <a:spcPts val="0"/>
              </a:spcAft>
              <a:buSzPts val="1440"/>
              <a:buChar char="►"/>
              <a:defRPr/>
            </a:lvl6pPr>
            <a:lvl7pPr marL="3200400" lvl="6" indent="-320039" algn="l" rtl="0">
              <a:spcBef>
                <a:spcPts val="1102"/>
              </a:spcBef>
              <a:spcAft>
                <a:spcPts val="0"/>
              </a:spcAft>
              <a:buSzPts val="1440"/>
              <a:buChar char="►"/>
              <a:defRPr/>
            </a:lvl7pPr>
            <a:lvl8pPr marL="3657600" lvl="7" indent="-320040" algn="l" rtl="0">
              <a:spcBef>
                <a:spcPts val="1102"/>
              </a:spcBef>
              <a:spcAft>
                <a:spcPts val="0"/>
              </a:spcAft>
              <a:buSzPts val="1440"/>
              <a:buChar char="►"/>
              <a:defRPr/>
            </a:lvl8pPr>
            <a:lvl9pPr marL="4114800" lvl="8" indent="-320040" algn="l" rtl="0">
              <a:spcBef>
                <a:spcPts val="1102"/>
              </a:spcBef>
              <a:spcAft>
                <a:spcPts val="0"/>
              </a:spcAft>
              <a:buSzPts val="1440"/>
              <a:buChar char="►"/>
              <a:defRPr/>
            </a:lvl9pPr>
          </a:lstStyle>
          <a:p>
            <a:endParaRPr/>
          </a:p>
        </p:txBody>
      </p:sp>
      <p:sp>
        <p:nvSpPr>
          <p:cNvPr id="113" name="Google Shape;113;p14"/>
          <p:cNvSpPr txBox="1">
            <a:spLocks noGrp="1"/>
          </p:cNvSpPr>
          <p:nvPr>
            <p:ph type="body" idx="3"/>
          </p:nvPr>
        </p:nvSpPr>
        <p:spPr>
          <a:xfrm>
            <a:off x="4262702" y="2382084"/>
            <a:ext cx="3407400" cy="635100"/>
          </a:xfrm>
          <a:prstGeom prst="rect">
            <a:avLst/>
          </a:prstGeom>
          <a:noFill/>
          <a:ln>
            <a:noFill/>
          </a:ln>
        </p:spPr>
        <p:txBody>
          <a:bodyPr spcFirstLastPara="1" wrap="square" lIns="91425" tIns="45700" rIns="91425" bIns="45700" anchor="b" anchorCtr="0">
            <a:noAutofit/>
          </a:bodyPr>
          <a:lstStyle>
            <a:lvl1pPr marL="457200" lvl="0" indent="-228600" algn="l" rtl="0">
              <a:spcBef>
                <a:spcPts val="1100"/>
              </a:spcBef>
              <a:spcAft>
                <a:spcPts val="0"/>
              </a:spcAft>
              <a:buSzPts val="2117"/>
              <a:buNone/>
              <a:defRPr sz="2646" b="0"/>
            </a:lvl1pPr>
            <a:lvl2pPr marL="914400" lvl="1" indent="-228600" algn="l" rtl="0">
              <a:spcBef>
                <a:spcPts val="1100"/>
              </a:spcBef>
              <a:spcAft>
                <a:spcPts val="0"/>
              </a:spcAft>
              <a:buSzPts val="1764"/>
              <a:buNone/>
              <a:defRPr sz="2205" b="1"/>
            </a:lvl2pPr>
            <a:lvl3pPr marL="1371600" lvl="2" indent="-228600" algn="l" rtl="0">
              <a:spcBef>
                <a:spcPts val="1100"/>
              </a:spcBef>
              <a:spcAft>
                <a:spcPts val="0"/>
              </a:spcAft>
              <a:buSzPts val="1587"/>
              <a:buNone/>
              <a:defRPr sz="1984" b="1"/>
            </a:lvl3pPr>
            <a:lvl4pPr marL="1828800" lvl="3" indent="-228600" algn="l" rtl="0">
              <a:spcBef>
                <a:spcPts val="1100"/>
              </a:spcBef>
              <a:spcAft>
                <a:spcPts val="0"/>
              </a:spcAft>
              <a:buSzPts val="1411"/>
              <a:buNone/>
              <a:defRPr sz="1764" b="1"/>
            </a:lvl4pPr>
            <a:lvl5pPr marL="2286000" lvl="4" indent="-228600" algn="l" rtl="0">
              <a:spcBef>
                <a:spcPts val="1100"/>
              </a:spcBef>
              <a:spcAft>
                <a:spcPts val="0"/>
              </a:spcAft>
              <a:buSzPts val="1411"/>
              <a:buNone/>
              <a:defRPr sz="1764" b="1"/>
            </a:lvl5pPr>
            <a:lvl6pPr marL="2743200" lvl="5" indent="-228600" algn="l" rtl="0">
              <a:spcBef>
                <a:spcPts val="1102"/>
              </a:spcBef>
              <a:spcAft>
                <a:spcPts val="0"/>
              </a:spcAft>
              <a:buSzPts val="1411"/>
              <a:buNone/>
              <a:defRPr sz="1764" b="1"/>
            </a:lvl6pPr>
            <a:lvl7pPr marL="3200400" lvl="6" indent="-228600" algn="l" rtl="0">
              <a:spcBef>
                <a:spcPts val="1102"/>
              </a:spcBef>
              <a:spcAft>
                <a:spcPts val="0"/>
              </a:spcAft>
              <a:buSzPts val="1411"/>
              <a:buNone/>
              <a:defRPr sz="1764" b="1"/>
            </a:lvl7pPr>
            <a:lvl8pPr marL="3657600" lvl="7" indent="-228600" algn="l" rtl="0">
              <a:spcBef>
                <a:spcPts val="1102"/>
              </a:spcBef>
              <a:spcAft>
                <a:spcPts val="0"/>
              </a:spcAft>
              <a:buSzPts val="1411"/>
              <a:buNone/>
              <a:defRPr sz="1764" b="1"/>
            </a:lvl8pPr>
            <a:lvl9pPr marL="4114800" lvl="8" indent="-228600" algn="l" rtl="0">
              <a:spcBef>
                <a:spcPts val="1102"/>
              </a:spcBef>
              <a:spcAft>
                <a:spcPts val="0"/>
              </a:spcAft>
              <a:buSzPts val="1411"/>
              <a:buNone/>
              <a:defRPr sz="1764" b="1"/>
            </a:lvl9pPr>
          </a:lstStyle>
          <a:p>
            <a:endParaRPr/>
          </a:p>
        </p:txBody>
      </p:sp>
      <p:sp>
        <p:nvSpPr>
          <p:cNvPr id="114" name="Google Shape;114;p14"/>
          <p:cNvSpPr txBox="1">
            <a:spLocks noGrp="1"/>
          </p:cNvSpPr>
          <p:nvPr>
            <p:ph type="body" idx="4"/>
          </p:nvPr>
        </p:nvSpPr>
        <p:spPr>
          <a:xfrm>
            <a:off x="4262702" y="3017307"/>
            <a:ext cx="3407400" cy="3642300"/>
          </a:xfrm>
          <a:prstGeom prst="rect">
            <a:avLst/>
          </a:prstGeom>
          <a:noFill/>
          <a:ln>
            <a:noFill/>
          </a:ln>
        </p:spPr>
        <p:txBody>
          <a:bodyPr spcFirstLastPara="1" wrap="square" lIns="91425" tIns="45700" rIns="91425" bIns="45700" anchor="t" anchorCtr="0">
            <a:noAutofit/>
          </a:bodyPr>
          <a:lstStyle>
            <a:lvl1pPr marL="457200" lvl="0" indent="-320040" algn="l" rtl="0">
              <a:spcBef>
                <a:spcPts val="1100"/>
              </a:spcBef>
              <a:spcAft>
                <a:spcPts val="0"/>
              </a:spcAft>
              <a:buSzPts val="1440"/>
              <a:buChar char="►"/>
              <a:defRPr/>
            </a:lvl1pPr>
            <a:lvl2pPr marL="914400" lvl="1" indent="-320040" algn="l" rtl="0">
              <a:spcBef>
                <a:spcPts val="1100"/>
              </a:spcBef>
              <a:spcAft>
                <a:spcPts val="0"/>
              </a:spcAft>
              <a:buSzPts val="1440"/>
              <a:buChar char="►"/>
              <a:defRPr/>
            </a:lvl2pPr>
            <a:lvl3pPr marL="1371600" lvl="2" indent="-320039" algn="l" rtl="0">
              <a:spcBef>
                <a:spcPts val="1100"/>
              </a:spcBef>
              <a:spcAft>
                <a:spcPts val="0"/>
              </a:spcAft>
              <a:buSzPts val="1440"/>
              <a:buChar char="►"/>
              <a:defRPr/>
            </a:lvl3pPr>
            <a:lvl4pPr marL="1828800" lvl="3" indent="-320039" algn="l" rtl="0">
              <a:spcBef>
                <a:spcPts val="1100"/>
              </a:spcBef>
              <a:spcAft>
                <a:spcPts val="0"/>
              </a:spcAft>
              <a:buSzPts val="1440"/>
              <a:buChar char="►"/>
              <a:defRPr/>
            </a:lvl4pPr>
            <a:lvl5pPr marL="2286000" lvl="4" indent="-320039" algn="l" rtl="0">
              <a:spcBef>
                <a:spcPts val="1100"/>
              </a:spcBef>
              <a:spcAft>
                <a:spcPts val="0"/>
              </a:spcAft>
              <a:buSzPts val="1440"/>
              <a:buChar char="►"/>
              <a:defRPr/>
            </a:lvl5pPr>
            <a:lvl6pPr marL="2743200" lvl="5" indent="-320039" algn="l" rtl="0">
              <a:spcBef>
                <a:spcPts val="1102"/>
              </a:spcBef>
              <a:spcAft>
                <a:spcPts val="0"/>
              </a:spcAft>
              <a:buSzPts val="1440"/>
              <a:buChar char="►"/>
              <a:defRPr/>
            </a:lvl6pPr>
            <a:lvl7pPr marL="3200400" lvl="6" indent="-320039" algn="l" rtl="0">
              <a:spcBef>
                <a:spcPts val="1102"/>
              </a:spcBef>
              <a:spcAft>
                <a:spcPts val="0"/>
              </a:spcAft>
              <a:buSzPts val="1440"/>
              <a:buChar char="►"/>
              <a:defRPr/>
            </a:lvl7pPr>
            <a:lvl8pPr marL="3657600" lvl="7" indent="-320040" algn="l" rtl="0">
              <a:spcBef>
                <a:spcPts val="1102"/>
              </a:spcBef>
              <a:spcAft>
                <a:spcPts val="0"/>
              </a:spcAft>
              <a:buSzPts val="1440"/>
              <a:buChar char="►"/>
              <a:defRPr/>
            </a:lvl8pPr>
            <a:lvl9pPr marL="4114800" lvl="8" indent="-320040" algn="l" rtl="0">
              <a:spcBef>
                <a:spcPts val="1102"/>
              </a:spcBef>
              <a:spcAft>
                <a:spcPts val="0"/>
              </a:spcAft>
              <a:buSzPts val="1440"/>
              <a:buChar char="►"/>
              <a:defRPr/>
            </a:lvl9pPr>
          </a:lstStyle>
          <a:p>
            <a:endParaRPr/>
          </a:p>
        </p:txBody>
      </p:sp>
      <p:sp>
        <p:nvSpPr>
          <p:cNvPr id="115" name="Google Shape;115;p14"/>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dirty="0"/>
          </a:p>
        </p:txBody>
      </p:sp>
      <p:sp>
        <p:nvSpPr>
          <p:cNvPr id="116" name="Google Shape;116;p14"/>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dirty="0"/>
          </a:p>
        </p:txBody>
      </p:sp>
      <p:sp>
        <p:nvSpPr>
          <p:cNvPr id="117" name="Google Shape;117;p14"/>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18"/>
        <p:cNvGrpSpPr/>
        <p:nvPr/>
      </p:nvGrpSpPr>
      <p:grpSpPr>
        <a:xfrm>
          <a:off x="0" y="0"/>
          <a:ext cx="0" cy="0"/>
          <a:chOff x="0" y="0"/>
          <a:chExt cx="0" cy="0"/>
        </a:xfrm>
      </p:grpSpPr>
      <p:sp>
        <p:nvSpPr>
          <p:cNvPr id="119" name="Google Shape;119;p15"/>
          <p:cNvSpPr txBox="1">
            <a:spLocks noGrp="1"/>
          </p:cNvSpPr>
          <p:nvPr>
            <p:ph type="title"/>
          </p:nvPr>
        </p:nvSpPr>
        <p:spPr>
          <a:xfrm>
            <a:off x="672042" y="671971"/>
            <a:ext cx="6997800" cy="14559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0" name="Google Shape;120;p15"/>
          <p:cNvSpPr txBox="1">
            <a:spLocks noGrp="1"/>
          </p:cNvSpPr>
          <p:nvPr>
            <p:ph type="body" idx="1"/>
          </p:nvPr>
        </p:nvSpPr>
        <p:spPr>
          <a:xfrm>
            <a:off x="672042" y="2381649"/>
            <a:ext cx="3404400" cy="4277700"/>
          </a:xfrm>
          <a:prstGeom prst="rect">
            <a:avLst/>
          </a:prstGeom>
          <a:noFill/>
          <a:ln>
            <a:noFill/>
          </a:ln>
        </p:spPr>
        <p:txBody>
          <a:bodyPr spcFirstLastPara="1" wrap="square" lIns="91425" tIns="45700" rIns="91425" bIns="45700" anchor="t" anchorCtr="0">
            <a:noAutofit/>
          </a:bodyPr>
          <a:lstStyle>
            <a:lvl1pPr marL="457200" lvl="0" indent="-329387" algn="l" rtl="0">
              <a:spcBef>
                <a:spcPts val="1100"/>
              </a:spcBef>
              <a:spcAft>
                <a:spcPts val="0"/>
              </a:spcAft>
              <a:buSzPts val="1587"/>
              <a:buChar char="►"/>
              <a:defRPr sz="1984"/>
            </a:lvl1pPr>
            <a:lvl2pPr marL="914400" lvl="1" indent="-318211" algn="l" rtl="0">
              <a:spcBef>
                <a:spcPts val="1100"/>
              </a:spcBef>
              <a:spcAft>
                <a:spcPts val="0"/>
              </a:spcAft>
              <a:buSzPts val="1411"/>
              <a:buChar char="►"/>
              <a:defRPr sz="1764"/>
            </a:lvl2pPr>
            <a:lvl3pPr marL="1371600" lvl="2" indent="-306984" algn="l" rtl="0">
              <a:spcBef>
                <a:spcPts val="1100"/>
              </a:spcBef>
              <a:spcAft>
                <a:spcPts val="0"/>
              </a:spcAft>
              <a:buSzPts val="1234"/>
              <a:buChar char="►"/>
              <a:defRPr sz="1543"/>
            </a:lvl3pPr>
            <a:lvl4pPr marL="1828800" lvl="3" indent="-295808" algn="l" rtl="0">
              <a:spcBef>
                <a:spcPts val="1100"/>
              </a:spcBef>
              <a:spcAft>
                <a:spcPts val="0"/>
              </a:spcAft>
              <a:buSzPts val="1058"/>
              <a:buChar char="►"/>
              <a:defRPr sz="1323"/>
            </a:lvl4pPr>
            <a:lvl5pPr marL="2286000" lvl="4" indent="-295808" algn="l" rtl="0">
              <a:spcBef>
                <a:spcPts val="1100"/>
              </a:spcBef>
              <a:spcAft>
                <a:spcPts val="0"/>
              </a:spcAft>
              <a:buSzPts val="1058"/>
              <a:buChar char="►"/>
              <a:defRPr sz="1323"/>
            </a:lvl5pPr>
            <a:lvl6pPr marL="2743200" lvl="5" indent="-295808" algn="l" rtl="0">
              <a:spcBef>
                <a:spcPts val="1102"/>
              </a:spcBef>
              <a:spcAft>
                <a:spcPts val="0"/>
              </a:spcAft>
              <a:buSzPts val="1058"/>
              <a:buChar char="►"/>
              <a:defRPr sz="1323"/>
            </a:lvl6pPr>
            <a:lvl7pPr marL="3200400" lvl="6" indent="-295808" algn="l" rtl="0">
              <a:spcBef>
                <a:spcPts val="1102"/>
              </a:spcBef>
              <a:spcAft>
                <a:spcPts val="0"/>
              </a:spcAft>
              <a:buSzPts val="1058"/>
              <a:buChar char="►"/>
              <a:defRPr sz="1323"/>
            </a:lvl7pPr>
            <a:lvl8pPr marL="3657600" lvl="7" indent="-295808" algn="l" rtl="0">
              <a:spcBef>
                <a:spcPts val="1102"/>
              </a:spcBef>
              <a:spcAft>
                <a:spcPts val="0"/>
              </a:spcAft>
              <a:buSzPts val="1058"/>
              <a:buChar char="►"/>
              <a:defRPr sz="1323"/>
            </a:lvl8pPr>
            <a:lvl9pPr marL="4114800" lvl="8" indent="-295808" algn="l" rtl="0">
              <a:spcBef>
                <a:spcPts val="1102"/>
              </a:spcBef>
              <a:spcAft>
                <a:spcPts val="0"/>
              </a:spcAft>
              <a:buSzPts val="1058"/>
              <a:buChar char="►"/>
              <a:defRPr sz="1323"/>
            </a:lvl9pPr>
          </a:lstStyle>
          <a:p>
            <a:endParaRPr/>
          </a:p>
        </p:txBody>
      </p:sp>
      <p:sp>
        <p:nvSpPr>
          <p:cNvPr id="121" name="Google Shape;121;p15"/>
          <p:cNvSpPr txBox="1">
            <a:spLocks noGrp="1"/>
          </p:cNvSpPr>
          <p:nvPr>
            <p:ph type="body" idx="2"/>
          </p:nvPr>
        </p:nvSpPr>
        <p:spPr>
          <a:xfrm>
            <a:off x="4265529" y="2381651"/>
            <a:ext cx="3404400" cy="4277700"/>
          </a:xfrm>
          <a:prstGeom prst="rect">
            <a:avLst/>
          </a:prstGeom>
          <a:noFill/>
          <a:ln>
            <a:noFill/>
          </a:ln>
        </p:spPr>
        <p:txBody>
          <a:bodyPr spcFirstLastPara="1" wrap="square" lIns="91425" tIns="45700" rIns="91425" bIns="45700" anchor="t" anchorCtr="0">
            <a:noAutofit/>
          </a:bodyPr>
          <a:lstStyle>
            <a:lvl1pPr marL="457200" lvl="0" indent="-329387" algn="l" rtl="0">
              <a:spcBef>
                <a:spcPts val="1100"/>
              </a:spcBef>
              <a:spcAft>
                <a:spcPts val="0"/>
              </a:spcAft>
              <a:buSzPts val="1587"/>
              <a:buChar char="►"/>
              <a:defRPr sz="1984"/>
            </a:lvl1pPr>
            <a:lvl2pPr marL="914400" lvl="1" indent="-318211" algn="l" rtl="0">
              <a:spcBef>
                <a:spcPts val="1100"/>
              </a:spcBef>
              <a:spcAft>
                <a:spcPts val="0"/>
              </a:spcAft>
              <a:buSzPts val="1411"/>
              <a:buChar char="►"/>
              <a:defRPr sz="1764"/>
            </a:lvl2pPr>
            <a:lvl3pPr marL="1371600" lvl="2" indent="-306984" algn="l" rtl="0">
              <a:spcBef>
                <a:spcPts val="1100"/>
              </a:spcBef>
              <a:spcAft>
                <a:spcPts val="0"/>
              </a:spcAft>
              <a:buSzPts val="1234"/>
              <a:buChar char="►"/>
              <a:defRPr sz="1543"/>
            </a:lvl3pPr>
            <a:lvl4pPr marL="1828800" lvl="3" indent="-295808" algn="l" rtl="0">
              <a:spcBef>
                <a:spcPts val="1100"/>
              </a:spcBef>
              <a:spcAft>
                <a:spcPts val="0"/>
              </a:spcAft>
              <a:buSzPts val="1058"/>
              <a:buChar char="►"/>
              <a:defRPr sz="1323"/>
            </a:lvl4pPr>
            <a:lvl5pPr marL="2286000" lvl="4" indent="-295808" algn="l" rtl="0">
              <a:spcBef>
                <a:spcPts val="1100"/>
              </a:spcBef>
              <a:spcAft>
                <a:spcPts val="0"/>
              </a:spcAft>
              <a:buSzPts val="1058"/>
              <a:buChar char="►"/>
              <a:defRPr sz="1323"/>
            </a:lvl5pPr>
            <a:lvl6pPr marL="2743200" lvl="5" indent="-295808" algn="l" rtl="0">
              <a:spcBef>
                <a:spcPts val="1102"/>
              </a:spcBef>
              <a:spcAft>
                <a:spcPts val="0"/>
              </a:spcAft>
              <a:buSzPts val="1058"/>
              <a:buChar char="►"/>
              <a:defRPr sz="1323"/>
            </a:lvl6pPr>
            <a:lvl7pPr marL="3200400" lvl="6" indent="-295808" algn="l" rtl="0">
              <a:spcBef>
                <a:spcPts val="1102"/>
              </a:spcBef>
              <a:spcAft>
                <a:spcPts val="0"/>
              </a:spcAft>
              <a:buSzPts val="1058"/>
              <a:buChar char="►"/>
              <a:defRPr sz="1323"/>
            </a:lvl7pPr>
            <a:lvl8pPr marL="3657600" lvl="7" indent="-295808" algn="l" rtl="0">
              <a:spcBef>
                <a:spcPts val="1102"/>
              </a:spcBef>
              <a:spcAft>
                <a:spcPts val="0"/>
              </a:spcAft>
              <a:buSzPts val="1058"/>
              <a:buChar char="►"/>
              <a:defRPr sz="1323"/>
            </a:lvl8pPr>
            <a:lvl9pPr marL="4114800" lvl="8" indent="-295808" algn="l" rtl="0">
              <a:spcBef>
                <a:spcPts val="1102"/>
              </a:spcBef>
              <a:spcAft>
                <a:spcPts val="0"/>
              </a:spcAft>
              <a:buSzPts val="1058"/>
              <a:buChar char="►"/>
              <a:defRPr sz="1323"/>
            </a:lvl9pPr>
          </a:lstStyle>
          <a:p>
            <a:endParaRPr/>
          </a:p>
        </p:txBody>
      </p:sp>
      <p:sp>
        <p:nvSpPr>
          <p:cNvPr id="122" name="Google Shape;122;p15"/>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dirty="0"/>
          </a:p>
        </p:txBody>
      </p:sp>
      <p:sp>
        <p:nvSpPr>
          <p:cNvPr id="123" name="Google Shape;123;p15"/>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dirty="0"/>
          </a:p>
        </p:txBody>
      </p:sp>
      <p:sp>
        <p:nvSpPr>
          <p:cNvPr id="124" name="Google Shape;124;p15"/>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5"/>
        <p:cNvGrpSpPr/>
        <p:nvPr/>
      </p:nvGrpSpPr>
      <p:grpSpPr>
        <a:xfrm>
          <a:off x="0" y="0"/>
          <a:ext cx="0" cy="0"/>
          <a:chOff x="0" y="0"/>
          <a:chExt cx="0" cy="0"/>
        </a:xfrm>
      </p:grpSpPr>
      <p:sp>
        <p:nvSpPr>
          <p:cNvPr id="126" name="Google Shape;126;p16"/>
          <p:cNvSpPr txBox="1">
            <a:spLocks noGrp="1"/>
          </p:cNvSpPr>
          <p:nvPr>
            <p:ph type="title"/>
          </p:nvPr>
        </p:nvSpPr>
        <p:spPr>
          <a:xfrm>
            <a:off x="672040" y="2977208"/>
            <a:ext cx="6997800" cy="20136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sz="4409"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7" name="Google Shape;127;p16"/>
          <p:cNvSpPr txBox="1">
            <a:spLocks noGrp="1"/>
          </p:cNvSpPr>
          <p:nvPr>
            <p:ph type="body" idx="1"/>
          </p:nvPr>
        </p:nvSpPr>
        <p:spPr>
          <a:xfrm>
            <a:off x="672040" y="4990673"/>
            <a:ext cx="6997800" cy="948300"/>
          </a:xfrm>
          <a:prstGeom prst="rect">
            <a:avLst/>
          </a:prstGeom>
          <a:noFill/>
          <a:ln>
            <a:noFill/>
          </a:ln>
        </p:spPr>
        <p:txBody>
          <a:bodyPr spcFirstLastPara="1" wrap="square" lIns="91425" tIns="45700" rIns="91425" bIns="45700" anchor="t" anchorCtr="0">
            <a:noAutofit/>
          </a:bodyPr>
          <a:lstStyle>
            <a:lvl1pPr marL="457200" lvl="0" indent="-228600" algn="l" rtl="0">
              <a:spcBef>
                <a:spcPts val="1100"/>
              </a:spcBef>
              <a:spcAft>
                <a:spcPts val="0"/>
              </a:spcAft>
              <a:buSzPts val="1764"/>
              <a:buNone/>
              <a:defRPr sz="2205">
                <a:solidFill>
                  <a:srgbClr val="7F7F7F"/>
                </a:solidFill>
              </a:defRPr>
            </a:lvl1pPr>
            <a:lvl2pPr marL="914400" lvl="1" indent="-228600" algn="l" rtl="0">
              <a:spcBef>
                <a:spcPts val="1100"/>
              </a:spcBef>
              <a:spcAft>
                <a:spcPts val="0"/>
              </a:spcAft>
              <a:buSzPts val="1587"/>
              <a:buNone/>
              <a:defRPr sz="1984">
                <a:solidFill>
                  <a:srgbClr val="888888"/>
                </a:solidFill>
              </a:defRPr>
            </a:lvl2pPr>
            <a:lvl3pPr marL="1371600" lvl="2" indent="-228600" algn="l" rtl="0">
              <a:spcBef>
                <a:spcPts val="1100"/>
              </a:spcBef>
              <a:spcAft>
                <a:spcPts val="0"/>
              </a:spcAft>
              <a:buSzPts val="1411"/>
              <a:buNone/>
              <a:defRPr sz="1764">
                <a:solidFill>
                  <a:srgbClr val="888888"/>
                </a:solidFill>
              </a:defRPr>
            </a:lvl3pPr>
            <a:lvl4pPr marL="1828800" lvl="3" indent="-228600" algn="l" rtl="0">
              <a:spcBef>
                <a:spcPts val="1100"/>
              </a:spcBef>
              <a:spcAft>
                <a:spcPts val="0"/>
              </a:spcAft>
              <a:buSzPts val="1234"/>
              <a:buNone/>
              <a:defRPr sz="1543">
                <a:solidFill>
                  <a:srgbClr val="888888"/>
                </a:solidFill>
              </a:defRPr>
            </a:lvl4pPr>
            <a:lvl5pPr marL="2286000" lvl="4" indent="-228600" algn="l" rtl="0">
              <a:spcBef>
                <a:spcPts val="1100"/>
              </a:spcBef>
              <a:spcAft>
                <a:spcPts val="0"/>
              </a:spcAft>
              <a:buSzPts val="1234"/>
              <a:buNone/>
              <a:defRPr sz="1543">
                <a:solidFill>
                  <a:srgbClr val="888888"/>
                </a:solidFill>
              </a:defRPr>
            </a:lvl5pPr>
            <a:lvl6pPr marL="2743200" lvl="5" indent="-228600" algn="l" rtl="0">
              <a:spcBef>
                <a:spcPts val="1102"/>
              </a:spcBef>
              <a:spcAft>
                <a:spcPts val="0"/>
              </a:spcAft>
              <a:buSzPts val="1234"/>
              <a:buNone/>
              <a:defRPr sz="1543">
                <a:solidFill>
                  <a:srgbClr val="888888"/>
                </a:solidFill>
              </a:defRPr>
            </a:lvl6pPr>
            <a:lvl7pPr marL="3200400" lvl="6" indent="-228600" algn="l" rtl="0">
              <a:spcBef>
                <a:spcPts val="1102"/>
              </a:spcBef>
              <a:spcAft>
                <a:spcPts val="0"/>
              </a:spcAft>
              <a:buSzPts val="1234"/>
              <a:buNone/>
              <a:defRPr sz="1543">
                <a:solidFill>
                  <a:srgbClr val="888888"/>
                </a:solidFill>
              </a:defRPr>
            </a:lvl7pPr>
            <a:lvl8pPr marL="3657600" lvl="7" indent="-228600" algn="l" rtl="0">
              <a:spcBef>
                <a:spcPts val="1102"/>
              </a:spcBef>
              <a:spcAft>
                <a:spcPts val="0"/>
              </a:spcAft>
              <a:buSzPts val="1234"/>
              <a:buNone/>
              <a:defRPr sz="1543">
                <a:solidFill>
                  <a:srgbClr val="888888"/>
                </a:solidFill>
              </a:defRPr>
            </a:lvl8pPr>
            <a:lvl9pPr marL="4114800" lvl="8" indent="-228600" algn="l" rtl="0">
              <a:spcBef>
                <a:spcPts val="1102"/>
              </a:spcBef>
              <a:spcAft>
                <a:spcPts val="0"/>
              </a:spcAft>
              <a:buSzPts val="1234"/>
              <a:buNone/>
              <a:defRPr sz="1543">
                <a:solidFill>
                  <a:srgbClr val="888888"/>
                </a:solidFill>
              </a:defRPr>
            </a:lvl9pPr>
          </a:lstStyle>
          <a:p>
            <a:endParaRPr/>
          </a:p>
        </p:txBody>
      </p:sp>
      <p:sp>
        <p:nvSpPr>
          <p:cNvPr id="128" name="Google Shape;128;p16"/>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dirty="0"/>
          </a:p>
        </p:txBody>
      </p:sp>
      <p:sp>
        <p:nvSpPr>
          <p:cNvPr id="129" name="Google Shape;129;p16"/>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dirty="0"/>
          </a:p>
        </p:txBody>
      </p:sp>
      <p:sp>
        <p:nvSpPr>
          <p:cNvPr id="130" name="Google Shape;130;p16"/>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OBJECT">
    <p:spTree>
      <p:nvGrpSpPr>
        <p:cNvPr id="1" name=""/>
        <p:cNvGrpSpPr/>
        <p:nvPr/>
      </p:nvGrpSpPr>
      <p:grpSpPr>
        <a:xfrm>
          <a:off x="0" y="0"/>
          <a:ext cx="0" cy="0"/>
          <a:chOff x="0" y="0"/>
          <a:chExt cx="0" cy="0"/>
        </a:xfrm>
      </p:grpSpPr>
      <p:sp>
        <p:nvSpPr>
          <p:cNvPr id="16" name="PlaceHolder 1"/>
          <p:cNvSpPr>
            <a:spLocks noGrp="1"/>
          </p:cNvSpPr>
          <p:nvPr>
            <p:ph type="title"/>
          </p:nvPr>
        </p:nvSpPr>
        <p:spPr>
          <a:xfrm>
            <a:off x="671400" y="671400"/>
            <a:ext cx="6997320" cy="1455120"/>
          </a:xfrm>
          <a:prstGeom prst="rect">
            <a:avLst/>
          </a:prstGeom>
          <a:noFill/>
          <a:ln w="0">
            <a:noFill/>
          </a:ln>
        </p:spPr>
        <p:txBody>
          <a:bodyPr lIns="0" tIns="0" rIns="0" bIns="0" anchor="ctr">
            <a:noAutofit/>
          </a:bodyPr>
          <a:lstStyle/>
          <a:p>
            <a:pPr indent="0">
              <a:buNone/>
            </a:pPr>
            <a:endParaRPr lang="en-US" sz="1400" b="0" u="none" strike="noStrike">
              <a:solidFill>
                <a:srgbClr val="000000"/>
              </a:solidFill>
              <a:uFillTx/>
              <a:latin typeface="Arial"/>
            </a:endParaRPr>
          </a:p>
        </p:txBody>
      </p:sp>
      <p:sp>
        <p:nvSpPr>
          <p:cNvPr id="17" name="PlaceHolder 2"/>
          <p:cNvSpPr>
            <a:spLocks noGrp="1"/>
          </p:cNvSpPr>
          <p:nvPr>
            <p:ph/>
          </p:nvPr>
        </p:nvSpPr>
        <p:spPr>
          <a:xfrm>
            <a:off x="671400" y="2381400"/>
            <a:ext cx="6997320" cy="4277880"/>
          </a:xfrm>
          <a:prstGeom prst="rect">
            <a:avLst/>
          </a:prstGeom>
          <a:noFill/>
          <a:ln w="0">
            <a:noFill/>
          </a:ln>
        </p:spPr>
        <p:txBody>
          <a:bodyPr lIns="0" tIns="0" rIns="0" bIns="0" anchor="t">
            <a:normAutofit/>
          </a:bodyPr>
          <a:lstStyle/>
          <a:p>
            <a:pPr indent="0">
              <a:spcBef>
                <a:spcPts val="1417"/>
              </a:spcBef>
              <a:buNone/>
            </a:pPr>
            <a:endParaRPr lang="en-US" sz="1400" b="0" u="none" strike="noStrike">
              <a:solidFill>
                <a:srgbClr val="000000"/>
              </a:solidFill>
              <a:uFillTx/>
              <a:latin typeface="Arial"/>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FDC5C8AF-B849-4FED-A749-84D352276BFA}" type="slidenum">
              <a:t>‹#›</a:t>
            </a:fld>
            <a:endParaRPr/>
          </a:p>
        </p:txBody>
      </p:sp>
      <p:sp>
        <p:nvSpPr>
          <p:cNvPr id="6" name="PlaceHolder 5"/>
          <p:cNvSpPr>
            <a:spLocks noGrp="1"/>
          </p:cNvSpPr>
          <p:nvPr>
            <p:ph type="dt" idx="1"/>
          </p:nvPr>
        </p:nvSpPr>
        <p:spPr/>
        <p:txBody>
          <a:bodyPr/>
          <a:lstStyle/>
          <a:p>
            <a:endParaRPr/>
          </a:p>
        </p:txBody>
      </p:sp>
    </p:spTree>
    <p:extLst>
      <p:ext uri="{BB962C8B-B14F-4D97-AF65-F5344CB8AC3E}">
        <p14:creationId xmlns:p14="http://schemas.microsoft.com/office/powerpoint/2010/main" val="126583883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1"/>
          <p:cNvGrpSpPr/>
          <p:nvPr/>
        </p:nvGrpSpPr>
        <p:grpSpPr>
          <a:xfrm>
            <a:off x="-9525" y="-9525"/>
            <a:ext cx="10108886" cy="7579449"/>
            <a:chOff x="-8467" y="-8468"/>
            <a:chExt cx="9169889" cy="6875407"/>
          </a:xfrm>
        </p:grpSpPr>
        <p:sp>
          <p:nvSpPr>
            <p:cNvPr id="11" name="Google Shape;11;p1"/>
            <p:cNvSpPr/>
            <p:nvPr/>
          </p:nvSpPr>
          <p:spPr>
            <a:xfrm>
              <a:off x="-8467" y="4013672"/>
              <a:ext cx="458343" cy="2853267"/>
            </a:xfrm>
            <a:custGeom>
              <a:avLst/>
              <a:gdLst/>
              <a:ahLst/>
              <a:cxnLst/>
              <a:rect l="l" t="t" r="r" b="b"/>
              <a:pathLst>
                <a:path w="457200" h="2853267" extrusionOk="0">
                  <a:moveTo>
                    <a:pt x="0" y="0"/>
                  </a:moveTo>
                  <a:lnTo>
                    <a:pt x="457200" y="2853267"/>
                  </a:lnTo>
                  <a:lnTo>
                    <a:pt x="0" y="2844800"/>
                  </a:lnTo>
                  <a:cubicBezTo>
                    <a:pt x="2822" y="1905000"/>
                    <a:pt x="5645" y="965200"/>
                    <a:pt x="0" y="0"/>
                  </a:cubicBezTo>
                  <a:close/>
                </a:path>
              </a:pathLst>
            </a:custGeom>
            <a:solidFill>
              <a:schemeClr val="accent1">
                <a:alpha val="6980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Trebuchet MS"/>
                <a:ea typeface="Trebuchet MS"/>
                <a:cs typeface="Trebuchet MS"/>
                <a:sym typeface="Trebuchet MS"/>
              </a:endParaRPr>
            </a:p>
          </p:txBody>
        </p:sp>
        <p:cxnSp>
          <p:nvCxnSpPr>
            <p:cNvPr id="12" name="Google Shape;12;p1"/>
            <p:cNvCxnSpPr/>
            <p:nvPr/>
          </p:nvCxnSpPr>
          <p:spPr>
            <a:xfrm rot="10800000" flipH="1">
              <a:off x="5130869" y="4174927"/>
              <a:ext cx="4021800" cy="2682900"/>
            </a:xfrm>
            <a:prstGeom prst="straightConnector1">
              <a:avLst/>
            </a:prstGeom>
            <a:noFill/>
            <a:ln w="9525" cap="rnd" cmpd="sng">
              <a:solidFill>
                <a:schemeClr val="accent1">
                  <a:alpha val="69800"/>
                </a:schemeClr>
              </a:solidFill>
              <a:prstDash val="solid"/>
              <a:miter lim="800000"/>
              <a:headEnd type="none" w="med" len="med"/>
              <a:tailEnd type="none" w="med" len="med"/>
            </a:ln>
          </p:spPr>
        </p:cxnSp>
        <p:cxnSp>
          <p:nvCxnSpPr>
            <p:cNvPr id="13" name="Google Shape;13;p1"/>
            <p:cNvCxnSpPr/>
            <p:nvPr/>
          </p:nvCxnSpPr>
          <p:spPr>
            <a:xfrm>
              <a:off x="7043180" y="172"/>
              <a:ext cx="1218300" cy="6857700"/>
            </a:xfrm>
            <a:prstGeom prst="straightConnector1">
              <a:avLst/>
            </a:prstGeom>
            <a:noFill/>
            <a:ln w="9525" cap="rnd" cmpd="sng">
              <a:solidFill>
                <a:schemeClr val="accent1">
                  <a:alpha val="69800"/>
                </a:schemeClr>
              </a:solidFill>
              <a:prstDash val="solid"/>
              <a:miter lim="800000"/>
              <a:headEnd type="none" w="med" len="med"/>
              <a:tailEnd type="none" w="med" len="med"/>
            </a:ln>
          </p:spPr>
        </p:cxnSp>
        <p:sp>
          <p:nvSpPr>
            <p:cNvPr id="14" name="Google Shape;14;p1"/>
            <p:cNvSpPr/>
            <p:nvPr/>
          </p:nvSpPr>
          <p:spPr>
            <a:xfrm>
              <a:off x="6891980" y="172"/>
              <a:ext cx="2269442" cy="6866466"/>
            </a:xfrm>
            <a:custGeom>
              <a:avLst/>
              <a:gdLst/>
              <a:ahLst/>
              <a:cxnLst/>
              <a:rect l="l" t="t" r="r" b="b"/>
              <a:pathLst>
                <a:path w="2269442" h="6866466" extrusionOk="0">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569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Trebuchet MS"/>
                <a:ea typeface="Trebuchet MS"/>
                <a:cs typeface="Trebuchet MS"/>
                <a:sym typeface="Trebuchet MS"/>
              </a:endParaRPr>
            </a:p>
          </p:txBody>
        </p:sp>
        <p:sp>
          <p:nvSpPr>
            <p:cNvPr id="15" name="Google Shape;15;p1"/>
            <p:cNvSpPr/>
            <p:nvPr/>
          </p:nvSpPr>
          <p:spPr>
            <a:xfrm>
              <a:off x="7204459" y="-8468"/>
              <a:ext cx="1948147" cy="6866467"/>
            </a:xfrm>
            <a:custGeom>
              <a:avLst/>
              <a:gdLst/>
              <a:ahLst/>
              <a:cxnLst/>
              <a:rect l="l" t="t" r="r" b="b"/>
              <a:pathLst>
                <a:path w="1948147" h="6866467" extrusionOk="0">
                  <a:moveTo>
                    <a:pt x="0" y="0"/>
                  </a:moveTo>
                  <a:lnTo>
                    <a:pt x="1202267" y="6866467"/>
                  </a:lnTo>
                  <a:lnTo>
                    <a:pt x="1947333" y="6866467"/>
                  </a:lnTo>
                  <a:cubicBezTo>
                    <a:pt x="1944511" y="4577645"/>
                    <a:pt x="1950155" y="2288822"/>
                    <a:pt x="1947333" y="0"/>
                  </a:cubicBezTo>
                  <a:lnTo>
                    <a:pt x="0" y="0"/>
                  </a:lnTo>
                  <a:close/>
                </a:path>
              </a:pathLst>
            </a:custGeom>
            <a:solidFill>
              <a:schemeClr val="accent1">
                <a:alpha val="1961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Trebuchet MS"/>
                <a:ea typeface="Trebuchet MS"/>
                <a:cs typeface="Trebuchet MS"/>
                <a:sym typeface="Trebuchet MS"/>
              </a:endParaRPr>
            </a:p>
          </p:txBody>
        </p:sp>
        <p:sp>
          <p:nvSpPr>
            <p:cNvPr id="16" name="Google Shape;16;p1"/>
            <p:cNvSpPr/>
            <p:nvPr/>
          </p:nvSpPr>
          <p:spPr>
            <a:xfrm>
              <a:off x="6638542" y="3920066"/>
              <a:ext cx="2509944" cy="2933700"/>
            </a:xfrm>
            <a:custGeom>
              <a:avLst/>
              <a:gdLst/>
              <a:ahLst/>
              <a:cxnLst/>
              <a:rect l="l" t="t" r="r" b="b"/>
              <a:pathLst>
                <a:path w="3259667" h="3810000" extrusionOk="0">
                  <a:moveTo>
                    <a:pt x="0" y="3810000"/>
                  </a:moveTo>
                  <a:lnTo>
                    <a:pt x="3251200" y="0"/>
                  </a:lnTo>
                  <a:cubicBezTo>
                    <a:pt x="3254022" y="1270000"/>
                    <a:pt x="3256845" y="2540000"/>
                    <a:pt x="3259667" y="3810000"/>
                  </a:cubicBezTo>
                  <a:lnTo>
                    <a:pt x="0" y="3810000"/>
                  </a:lnTo>
                  <a:close/>
                </a:path>
              </a:pathLst>
            </a:custGeom>
            <a:solidFill>
              <a:srgbClr val="17B0E4">
                <a:alpha val="6549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Trebuchet MS"/>
                <a:ea typeface="Trebuchet MS"/>
                <a:cs typeface="Trebuchet MS"/>
                <a:sym typeface="Trebuchet MS"/>
              </a:endParaRPr>
            </a:p>
          </p:txBody>
        </p:sp>
        <p:sp>
          <p:nvSpPr>
            <p:cNvPr id="17" name="Google Shape;17;p1"/>
            <p:cNvSpPr/>
            <p:nvPr/>
          </p:nvSpPr>
          <p:spPr>
            <a:xfrm>
              <a:off x="7010060" y="-8468"/>
              <a:ext cx="2139950" cy="6866467"/>
            </a:xfrm>
            <a:custGeom>
              <a:avLst/>
              <a:gdLst/>
              <a:ahLst/>
              <a:cxnLst/>
              <a:rect l="l" t="t" r="r" b="b"/>
              <a:pathLst>
                <a:path w="2853267" h="6866467" extrusionOk="0">
                  <a:moveTo>
                    <a:pt x="0" y="0"/>
                  </a:moveTo>
                  <a:lnTo>
                    <a:pt x="2472267" y="6866467"/>
                  </a:lnTo>
                  <a:lnTo>
                    <a:pt x="2853267" y="6858000"/>
                  </a:lnTo>
                  <a:lnTo>
                    <a:pt x="2853267" y="0"/>
                  </a:lnTo>
                  <a:lnTo>
                    <a:pt x="0" y="0"/>
                  </a:lnTo>
                  <a:close/>
                </a:path>
              </a:pathLst>
            </a:custGeom>
            <a:solidFill>
              <a:srgbClr val="17B0E4">
                <a:alpha val="498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Trebuchet MS"/>
                <a:ea typeface="Trebuchet MS"/>
                <a:cs typeface="Trebuchet MS"/>
                <a:sym typeface="Trebuchet MS"/>
              </a:endParaRPr>
            </a:p>
          </p:txBody>
        </p:sp>
        <p:sp>
          <p:nvSpPr>
            <p:cNvPr id="18" name="Google Shape;18;p1"/>
            <p:cNvSpPr/>
            <p:nvPr/>
          </p:nvSpPr>
          <p:spPr>
            <a:xfrm>
              <a:off x="8295974" y="-8468"/>
              <a:ext cx="855810" cy="6866467"/>
            </a:xfrm>
            <a:custGeom>
              <a:avLst/>
              <a:gdLst/>
              <a:ahLst/>
              <a:cxnLst/>
              <a:rect l="l" t="t" r="r" b="b"/>
              <a:pathLst>
                <a:path w="1286933" h="6866467" extrusionOk="0">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6980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Trebuchet MS"/>
                <a:ea typeface="Trebuchet MS"/>
                <a:cs typeface="Trebuchet MS"/>
                <a:sym typeface="Trebuchet MS"/>
              </a:endParaRPr>
            </a:p>
          </p:txBody>
        </p:sp>
        <p:sp>
          <p:nvSpPr>
            <p:cNvPr id="19" name="Google Shape;19;p1"/>
            <p:cNvSpPr/>
            <p:nvPr/>
          </p:nvSpPr>
          <p:spPr>
            <a:xfrm>
              <a:off x="8094375" y="-8468"/>
              <a:ext cx="1067005" cy="6866467"/>
            </a:xfrm>
            <a:custGeom>
              <a:avLst/>
              <a:gdLst/>
              <a:ahLst/>
              <a:cxnLst/>
              <a:rect l="l" t="t" r="r" b="b"/>
              <a:pathLst>
                <a:path w="1270244" h="6866467" extrusionOk="0">
                  <a:moveTo>
                    <a:pt x="0" y="0"/>
                  </a:moveTo>
                  <a:lnTo>
                    <a:pt x="1117600" y="6866467"/>
                  </a:lnTo>
                  <a:lnTo>
                    <a:pt x="1270000" y="6866467"/>
                  </a:lnTo>
                  <a:cubicBezTo>
                    <a:pt x="1272822" y="4574822"/>
                    <a:pt x="1250245" y="2291645"/>
                    <a:pt x="1253067" y="0"/>
                  </a:cubicBezTo>
                  <a:lnTo>
                    <a:pt x="0" y="0"/>
                  </a:lnTo>
                  <a:close/>
                </a:path>
              </a:pathLst>
            </a:custGeom>
            <a:solidFill>
              <a:srgbClr val="236292">
                <a:alpha val="8157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Trebuchet MS"/>
                <a:ea typeface="Trebuchet MS"/>
                <a:cs typeface="Trebuchet MS"/>
                <a:sym typeface="Trebuchet MS"/>
              </a:endParaRPr>
            </a:p>
          </p:txBody>
        </p:sp>
        <p:sp>
          <p:nvSpPr>
            <p:cNvPr id="20" name="Google Shape;20;p1"/>
            <p:cNvSpPr/>
            <p:nvPr/>
          </p:nvSpPr>
          <p:spPr>
            <a:xfrm>
              <a:off x="8068455" y="4893559"/>
              <a:ext cx="1092200" cy="1960880"/>
            </a:xfrm>
            <a:custGeom>
              <a:avLst/>
              <a:gdLst/>
              <a:ahLst/>
              <a:cxnLst/>
              <a:rect l="l" t="t" r="r" b="b"/>
              <a:pathLst>
                <a:path w="1820333" h="3268133" extrusionOk="0">
                  <a:moveTo>
                    <a:pt x="0" y="3268133"/>
                  </a:moveTo>
                  <a:lnTo>
                    <a:pt x="1811866" y="0"/>
                  </a:lnTo>
                  <a:cubicBezTo>
                    <a:pt x="1814688" y="1086555"/>
                    <a:pt x="1817511" y="2173111"/>
                    <a:pt x="1820333" y="3259666"/>
                  </a:cubicBezTo>
                  <a:lnTo>
                    <a:pt x="0" y="3268133"/>
                  </a:lnTo>
                  <a:close/>
                </a:path>
              </a:pathLst>
            </a:custGeom>
            <a:solidFill>
              <a:srgbClr val="17B0E4">
                <a:alpha val="6549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Trebuchet MS"/>
                <a:ea typeface="Trebuchet MS"/>
                <a:cs typeface="Trebuchet MS"/>
                <a:sym typeface="Trebuchet MS"/>
              </a:endParaRPr>
            </a:p>
          </p:txBody>
        </p:sp>
      </p:grpSp>
      <p:sp>
        <p:nvSpPr>
          <p:cNvPr id="21" name="Google Shape;21;p1"/>
          <p:cNvSpPr txBox="1">
            <a:spLocks noGrp="1"/>
          </p:cNvSpPr>
          <p:nvPr>
            <p:ph type="title"/>
          </p:nvPr>
        </p:nvSpPr>
        <p:spPr>
          <a:xfrm>
            <a:off x="671512" y="671512"/>
            <a:ext cx="6997800" cy="14556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2pPr>
            <a:lvl3pPr marR="0" lvl="2"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3pPr>
            <a:lvl4pPr marR="0" lvl="3"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4pPr>
            <a:lvl5pPr marR="0" lvl="4"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22" name="Google Shape;22;p1"/>
          <p:cNvSpPr txBox="1">
            <a:spLocks noGrp="1"/>
          </p:cNvSpPr>
          <p:nvPr>
            <p:ph type="body" idx="1"/>
          </p:nvPr>
        </p:nvSpPr>
        <p:spPr>
          <a:xfrm>
            <a:off x="671512" y="2381250"/>
            <a:ext cx="6997800" cy="4278300"/>
          </a:xfrm>
          <a:prstGeom prst="rect">
            <a:avLst/>
          </a:prstGeom>
          <a:noFill/>
          <a:ln>
            <a:noFill/>
          </a:ln>
        </p:spPr>
        <p:txBody>
          <a:bodyPr spcFirstLastPara="1" wrap="square" lIns="91425" tIns="45700" rIns="91425" bIns="45700" anchor="t" anchorCtr="0">
            <a:noAutofit/>
          </a:bodyPr>
          <a:lstStyle>
            <a:lvl1pPr marL="457200" marR="0" lvl="0" indent="-325120" algn="l" rtl="0">
              <a:spcBef>
                <a:spcPts val="1100"/>
              </a:spcBef>
              <a:spcAft>
                <a:spcPts val="0"/>
              </a:spcAft>
              <a:buClr>
                <a:schemeClr val="accent1"/>
              </a:buClr>
              <a:buSzPts val="1520"/>
              <a:buFont typeface="Noto Sans Symbols"/>
              <a:buChar char="►"/>
              <a:defRPr sz="1900" b="0" i="0" u="none" strike="noStrike" cap="none">
                <a:solidFill>
                  <a:srgbClr val="404040"/>
                </a:solidFill>
                <a:latin typeface="Trebuchet MS"/>
                <a:ea typeface="Trebuchet MS"/>
                <a:cs typeface="Trebuchet MS"/>
                <a:sym typeface="Trebuchet MS"/>
              </a:defRPr>
            </a:lvl1pPr>
            <a:lvl2pPr marL="914400" marR="0" lvl="1" indent="-314960" algn="l" rtl="0">
              <a:spcBef>
                <a:spcPts val="1100"/>
              </a:spcBef>
              <a:spcAft>
                <a:spcPts val="0"/>
              </a:spcAft>
              <a:buClr>
                <a:schemeClr val="accent1"/>
              </a:buClr>
              <a:buSzPts val="1360"/>
              <a:buFont typeface="Noto Sans Symbols"/>
              <a:buChar char="►"/>
              <a:defRPr sz="1700" b="0" i="0" u="none" strike="noStrike" cap="none">
                <a:solidFill>
                  <a:srgbClr val="404040"/>
                </a:solidFill>
                <a:latin typeface="Trebuchet MS"/>
                <a:ea typeface="Trebuchet MS"/>
                <a:cs typeface="Trebuchet MS"/>
                <a:sym typeface="Trebuchet MS"/>
              </a:defRPr>
            </a:lvl2pPr>
            <a:lvl3pPr marL="1371600" marR="0" lvl="2" indent="-304800" algn="l" rtl="0">
              <a:spcBef>
                <a:spcPts val="1100"/>
              </a:spcBef>
              <a:spcAft>
                <a:spcPts val="0"/>
              </a:spcAft>
              <a:buClr>
                <a:schemeClr val="accent1"/>
              </a:buClr>
              <a:buSzPts val="1200"/>
              <a:buFont typeface="Noto Sans Symbols"/>
              <a:buChar char="►"/>
              <a:defRPr sz="1500" b="0" i="0" u="none" strike="noStrike" cap="none">
                <a:solidFill>
                  <a:srgbClr val="404040"/>
                </a:solidFill>
                <a:latin typeface="Trebuchet MS"/>
                <a:ea typeface="Trebuchet MS"/>
                <a:cs typeface="Trebuchet MS"/>
                <a:sym typeface="Trebuchet MS"/>
              </a:defRPr>
            </a:lvl3pPr>
            <a:lvl4pPr marL="1828800" marR="0" lvl="3" indent="-294639" algn="l" rtl="0">
              <a:spcBef>
                <a:spcPts val="1100"/>
              </a:spcBef>
              <a:spcAft>
                <a:spcPts val="0"/>
              </a:spcAft>
              <a:buClr>
                <a:schemeClr val="accent1"/>
              </a:buClr>
              <a:buSzPts val="1040"/>
              <a:buFont typeface="Noto Sans Symbols"/>
              <a:buChar char="►"/>
              <a:defRPr sz="1300" b="0" i="0" u="none" strike="noStrike" cap="none">
                <a:solidFill>
                  <a:srgbClr val="404040"/>
                </a:solidFill>
                <a:latin typeface="Trebuchet MS"/>
                <a:ea typeface="Trebuchet MS"/>
                <a:cs typeface="Trebuchet MS"/>
                <a:sym typeface="Trebuchet MS"/>
              </a:defRPr>
            </a:lvl4pPr>
            <a:lvl5pPr marL="2286000" marR="0" lvl="4" indent="-294639" algn="l" rtl="0">
              <a:spcBef>
                <a:spcPts val="1100"/>
              </a:spcBef>
              <a:spcAft>
                <a:spcPts val="0"/>
              </a:spcAft>
              <a:buClr>
                <a:schemeClr val="accent1"/>
              </a:buClr>
              <a:buSzPts val="1040"/>
              <a:buFont typeface="Noto Sans Symbols"/>
              <a:buChar char="►"/>
              <a:defRPr sz="1300" b="0" i="0" u="none" strike="noStrike" cap="none">
                <a:solidFill>
                  <a:srgbClr val="404040"/>
                </a:solidFill>
                <a:latin typeface="Trebuchet MS"/>
                <a:ea typeface="Trebuchet MS"/>
                <a:cs typeface="Trebuchet MS"/>
                <a:sym typeface="Trebuchet MS"/>
              </a:defRPr>
            </a:lvl5pPr>
            <a:lvl6pPr marL="2743200" marR="0" lvl="5"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6pPr>
            <a:lvl7pPr marL="3200400" marR="0" lvl="6"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7pPr>
            <a:lvl8pPr marL="3657600" marR="0" lvl="7"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8pPr>
            <a:lvl9pPr marL="4114800" marR="0" lvl="8"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9pPr>
          </a:lstStyle>
          <a:p>
            <a:endParaRPr/>
          </a:p>
        </p:txBody>
      </p:sp>
      <p:sp>
        <p:nvSpPr>
          <p:cNvPr id="23" name="Google Shape;23;p1"/>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900" b="0" i="0" u="none">
                <a:solidFill>
                  <a:srgbClr val="898989"/>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dirty="0"/>
          </a:p>
        </p:txBody>
      </p:sp>
      <p:sp>
        <p:nvSpPr>
          <p:cNvPr id="24" name="Google Shape;24;p1"/>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dirty="0"/>
          </a:p>
        </p:txBody>
      </p:sp>
      <p:sp>
        <p:nvSpPr>
          <p:cNvPr id="25" name="Google Shape;25;p1"/>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sz="1400" dirty="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68"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
        <p:cNvGrpSpPr/>
        <p:nvPr/>
      </p:nvGrpSpPr>
      <p:grpSpPr>
        <a:xfrm>
          <a:off x="0" y="0"/>
          <a:ext cx="0" cy="0"/>
          <a:chOff x="0" y="0"/>
          <a:chExt cx="0" cy="0"/>
        </a:xfrm>
      </p:grpSpPr>
      <p:grpSp>
        <p:nvGrpSpPr>
          <p:cNvPr id="33" name="Google Shape;33;p3"/>
          <p:cNvGrpSpPr/>
          <p:nvPr/>
        </p:nvGrpSpPr>
        <p:grpSpPr>
          <a:xfrm>
            <a:off x="-9525" y="-9525"/>
            <a:ext cx="10108886" cy="7579449"/>
            <a:chOff x="-8467" y="-8468"/>
            <a:chExt cx="9169889" cy="6875407"/>
          </a:xfrm>
        </p:grpSpPr>
        <p:sp>
          <p:nvSpPr>
            <p:cNvPr id="34" name="Google Shape;34;p3"/>
            <p:cNvSpPr/>
            <p:nvPr/>
          </p:nvSpPr>
          <p:spPr>
            <a:xfrm>
              <a:off x="-8467" y="4013672"/>
              <a:ext cx="458343" cy="2853267"/>
            </a:xfrm>
            <a:custGeom>
              <a:avLst/>
              <a:gdLst/>
              <a:ahLst/>
              <a:cxnLst/>
              <a:rect l="l" t="t" r="r" b="b"/>
              <a:pathLst>
                <a:path w="457200" h="2853267" extrusionOk="0">
                  <a:moveTo>
                    <a:pt x="0" y="0"/>
                  </a:moveTo>
                  <a:lnTo>
                    <a:pt x="457200" y="2853267"/>
                  </a:lnTo>
                  <a:lnTo>
                    <a:pt x="0" y="2844800"/>
                  </a:lnTo>
                  <a:cubicBezTo>
                    <a:pt x="2822" y="1905000"/>
                    <a:pt x="5645" y="965200"/>
                    <a:pt x="0" y="0"/>
                  </a:cubicBezTo>
                  <a:close/>
                </a:path>
              </a:pathLst>
            </a:custGeom>
            <a:solidFill>
              <a:schemeClr val="accent1">
                <a:alpha val="6980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Trebuchet MS"/>
                <a:ea typeface="Trebuchet MS"/>
                <a:cs typeface="Trebuchet MS"/>
                <a:sym typeface="Trebuchet MS"/>
              </a:endParaRPr>
            </a:p>
          </p:txBody>
        </p:sp>
        <p:cxnSp>
          <p:nvCxnSpPr>
            <p:cNvPr id="35" name="Google Shape;35;p3"/>
            <p:cNvCxnSpPr/>
            <p:nvPr/>
          </p:nvCxnSpPr>
          <p:spPr>
            <a:xfrm rot="10800000" flipH="1">
              <a:off x="5130869" y="4174927"/>
              <a:ext cx="4021800" cy="2682900"/>
            </a:xfrm>
            <a:prstGeom prst="straightConnector1">
              <a:avLst/>
            </a:prstGeom>
            <a:noFill/>
            <a:ln w="9525" cap="rnd" cmpd="sng">
              <a:solidFill>
                <a:schemeClr val="accent1">
                  <a:alpha val="69800"/>
                </a:schemeClr>
              </a:solidFill>
              <a:prstDash val="solid"/>
              <a:miter lim="800000"/>
              <a:headEnd type="none" w="med" len="med"/>
              <a:tailEnd type="none" w="med" len="med"/>
            </a:ln>
          </p:spPr>
        </p:cxnSp>
        <p:cxnSp>
          <p:nvCxnSpPr>
            <p:cNvPr id="36" name="Google Shape;36;p3"/>
            <p:cNvCxnSpPr/>
            <p:nvPr/>
          </p:nvCxnSpPr>
          <p:spPr>
            <a:xfrm>
              <a:off x="7043180" y="172"/>
              <a:ext cx="1218300" cy="6857700"/>
            </a:xfrm>
            <a:prstGeom prst="straightConnector1">
              <a:avLst/>
            </a:prstGeom>
            <a:noFill/>
            <a:ln w="9525" cap="rnd" cmpd="sng">
              <a:solidFill>
                <a:schemeClr val="accent1">
                  <a:alpha val="69800"/>
                </a:schemeClr>
              </a:solidFill>
              <a:prstDash val="solid"/>
              <a:miter lim="800000"/>
              <a:headEnd type="none" w="med" len="med"/>
              <a:tailEnd type="none" w="med" len="med"/>
            </a:ln>
          </p:spPr>
        </p:cxnSp>
        <p:sp>
          <p:nvSpPr>
            <p:cNvPr id="37" name="Google Shape;37;p3"/>
            <p:cNvSpPr/>
            <p:nvPr/>
          </p:nvSpPr>
          <p:spPr>
            <a:xfrm>
              <a:off x="6891980" y="172"/>
              <a:ext cx="2269442" cy="6866466"/>
            </a:xfrm>
            <a:custGeom>
              <a:avLst/>
              <a:gdLst/>
              <a:ahLst/>
              <a:cxnLst/>
              <a:rect l="l" t="t" r="r" b="b"/>
              <a:pathLst>
                <a:path w="2269442" h="6866466" extrusionOk="0">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569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Trebuchet MS"/>
                <a:ea typeface="Trebuchet MS"/>
                <a:cs typeface="Trebuchet MS"/>
                <a:sym typeface="Trebuchet MS"/>
              </a:endParaRPr>
            </a:p>
          </p:txBody>
        </p:sp>
        <p:sp>
          <p:nvSpPr>
            <p:cNvPr id="38" name="Google Shape;38;p3"/>
            <p:cNvSpPr/>
            <p:nvPr/>
          </p:nvSpPr>
          <p:spPr>
            <a:xfrm>
              <a:off x="7204459" y="-8468"/>
              <a:ext cx="1948147" cy="6866467"/>
            </a:xfrm>
            <a:custGeom>
              <a:avLst/>
              <a:gdLst/>
              <a:ahLst/>
              <a:cxnLst/>
              <a:rect l="l" t="t" r="r" b="b"/>
              <a:pathLst>
                <a:path w="1948147" h="6866467" extrusionOk="0">
                  <a:moveTo>
                    <a:pt x="0" y="0"/>
                  </a:moveTo>
                  <a:lnTo>
                    <a:pt x="1202267" y="6866467"/>
                  </a:lnTo>
                  <a:lnTo>
                    <a:pt x="1947333" y="6866467"/>
                  </a:lnTo>
                  <a:cubicBezTo>
                    <a:pt x="1944511" y="4577645"/>
                    <a:pt x="1950155" y="2288822"/>
                    <a:pt x="1947333" y="0"/>
                  </a:cubicBezTo>
                  <a:lnTo>
                    <a:pt x="0" y="0"/>
                  </a:lnTo>
                  <a:close/>
                </a:path>
              </a:pathLst>
            </a:custGeom>
            <a:solidFill>
              <a:schemeClr val="accent1">
                <a:alpha val="1961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Trebuchet MS"/>
                <a:ea typeface="Trebuchet MS"/>
                <a:cs typeface="Trebuchet MS"/>
                <a:sym typeface="Trebuchet MS"/>
              </a:endParaRPr>
            </a:p>
          </p:txBody>
        </p:sp>
        <p:sp>
          <p:nvSpPr>
            <p:cNvPr id="39" name="Google Shape;39;p3"/>
            <p:cNvSpPr/>
            <p:nvPr/>
          </p:nvSpPr>
          <p:spPr>
            <a:xfrm>
              <a:off x="6638542" y="3920066"/>
              <a:ext cx="2509944" cy="2933700"/>
            </a:xfrm>
            <a:custGeom>
              <a:avLst/>
              <a:gdLst/>
              <a:ahLst/>
              <a:cxnLst/>
              <a:rect l="l" t="t" r="r" b="b"/>
              <a:pathLst>
                <a:path w="3259667" h="3810000" extrusionOk="0">
                  <a:moveTo>
                    <a:pt x="0" y="3810000"/>
                  </a:moveTo>
                  <a:lnTo>
                    <a:pt x="3251200" y="0"/>
                  </a:lnTo>
                  <a:cubicBezTo>
                    <a:pt x="3254022" y="1270000"/>
                    <a:pt x="3256845" y="2540000"/>
                    <a:pt x="3259667" y="3810000"/>
                  </a:cubicBezTo>
                  <a:lnTo>
                    <a:pt x="0" y="3810000"/>
                  </a:lnTo>
                  <a:close/>
                </a:path>
              </a:pathLst>
            </a:custGeom>
            <a:solidFill>
              <a:srgbClr val="17B0E4">
                <a:alpha val="6549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Trebuchet MS"/>
                <a:ea typeface="Trebuchet MS"/>
                <a:cs typeface="Trebuchet MS"/>
                <a:sym typeface="Trebuchet MS"/>
              </a:endParaRPr>
            </a:p>
          </p:txBody>
        </p:sp>
        <p:sp>
          <p:nvSpPr>
            <p:cNvPr id="40" name="Google Shape;40;p3"/>
            <p:cNvSpPr/>
            <p:nvPr/>
          </p:nvSpPr>
          <p:spPr>
            <a:xfrm>
              <a:off x="7010060" y="-8468"/>
              <a:ext cx="2139950" cy="6866467"/>
            </a:xfrm>
            <a:custGeom>
              <a:avLst/>
              <a:gdLst/>
              <a:ahLst/>
              <a:cxnLst/>
              <a:rect l="l" t="t" r="r" b="b"/>
              <a:pathLst>
                <a:path w="2853267" h="6866467" extrusionOk="0">
                  <a:moveTo>
                    <a:pt x="0" y="0"/>
                  </a:moveTo>
                  <a:lnTo>
                    <a:pt x="2472267" y="6866467"/>
                  </a:lnTo>
                  <a:lnTo>
                    <a:pt x="2853267" y="6858000"/>
                  </a:lnTo>
                  <a:lnTo>
                    <a:pt x="2853267" y="0"/>
                  </a:lnTo>
                  <a:lnTo>
                    <a:pt x="0" y="0"/>
                  </a:lnTo>
                  <a:close/>
                </a:path>
              </a:pathLst>
            </a:custGeom>
            <a:solidFill>
              <a:srgbClr val="17B0E4">
                <a:alpha val="498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Trebuchet MS"/>
                <a:ea typeface="Trebuchet MS"/>
                <a:cs typeface="Trebuchet MS"/>
                <a:sym typeface="Trebuchet MS"/>
              </a:endParaRPr>
            </a:p>
          </p:txBody>
        </p:sp>
        <p:sp>
          <p:nvSpPr>
            <p:cNvPr id="41" name="Google Shape;41;p3"/>
            <p:cNvSpPr/>
            <p:nvPr/>
          </p:nvSpPr>
          <p:spPr>
            <a:xfrm>
              <a:off x="8295974" y="-8468"/>
              <a:ext cx="855810" cy="6866467"/>
            </a:xfrm>
            <a:custGeom>
              <a:avLst/>
              <a:gdLst/>
              <a:ahLst/>
              <a:cxnLst/>
              <a:rect l="l" t="t" r="r" b="b"/>
              <a:pathLst>
                <a:path w="1286933" h="6866467" extrusionOk="0">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6980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Trebuchet MS"/>
                <a:ea typeface="Trebuchet MS"/>
                <a:cs typeface="Trebuchet MS"/>
                <a:sym typeface="Trebuchet MS"/>
              </a:endParaRPr>
            </a:p>
          </p:txBody>
        </p:sp>
        <p:sp>
          <p:nvSpPr>
            <p:cNvPr id="42" name="Google Shape;42;p3"/>
            <p:cNvSpPr/>
            <p:nvPr/>
          </p:nvSpPr>
          <p:spPr>
            <a:xfrm>
              <a:off x="8094375" y="-8468"/>
              <a:ext cx="1067005" cy="6866467"/>
            </a:xfrm>
            <a:custGeom>
              <a:avLst/>
              <a:gdLst/>
              <a:ahLst/>
              <a:cxnLst/>
              <a:rect l="l" t="t" r="r" b="b"/>
              <a:pathLst>
                <a:path w="1270244" h="6866467" extrusionOk="0">
                  <a:moveTo>
                    <a:pt x="0" y="0"/>
                  </a:moveTo>
                  <a:lnTo>
                    <a:pt x="1117600" y="6866467"/>
                  </a:lnTo>
                  <a:lnTo>
                    <a:pt x="1270000" y="6866467"/>
                  </a:lnTo>
                  <a:cubicBezTo>
                    <a:pt x="1272822" y="4574822"/>
                    <a:pt x="1250245" y="2291645"/>
                    <a:pt x="1253067" y="0"/>
                  </a:cubicBezTo>
                  <a:lnTo>
                    <a:pt x="0" y="0"/>
                  </a:lnTo>
                  <a:close/>
                </a:path>
              </a:pathLst>
            </a:custGeom>
            <a:solidFill>
              <a:srgbClr val="236292">
                <a:alpha val="8157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Trebuchet MS"/>
                <a:ea typeface="Trebuchet MS"/>
                <a:cs typeface="Trebuchet MS"/>
                <a:sym typeface="Trebuchet MS"/>
              </a:endParaRPr>
            </a:p>
          </p:txBody>
        </p:sp>
        <p:sp>
          <p:nvSpPr>
            <p:cNvPr id="43" name="Google Shape;43;p3"/>
            <p:cNvSpPr/>
            <p:nvPr/>
          </p:nvSpPr>
          <p:spPr>
            <a:xfrm>
              <a:off x="8068455" y="4893559"/>
              <a:ext cx="1092200" cy="1960880"/>
            </a:xfrm>
            <a:custGeom>
              <a:avLst/>
              <a:gdLst/>
              <a:ahLst/>
              <a:cxnLst/>
              <a:rect l="l" t="t" r="r" b="b"/>
              <a:pathLst>
                <a:path w="1820333" h="3268133" extrusionOk="0">
                  <a:moveTo>
                    <a:pt x="0" y="3268133"/>
                  </a:moveTo>
                  <a:lnTo>
                    <a:pt x="1811866" y="0"/>
                  </a:lnTo>
                  <a:cubicBezTo>
                    <a:pt x="1814688" y="1086555"/>
                    <a:pt x="1817511" y="2173111"/>
                    <a:pt x="1820333" y="3259666"/>
                  </a:cubicBezTo>
                  <a:lnTo>
                    <a:pt x="0" y="3268133"/>
                  </a:lnTo>
                  <a:close/>
                </a:path>
              </a:pathLst>
            </a:custGeom>
            <a:solidFill>
              <a:srgbClr val="17B0E4">
                <a:alpha val="6549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Trebuchet MS"/>
                <a:ea typeface="Trebuchet MS"/>
                <a:cs typeface="Trebuchet MS"/>
                <a:sym typeface="Trebuchet MS"/>
              </a:endParaRPr>
            </a:p>
          </p:txBody>
        </p:sp>
      </p:grpSp>
      <p:sp>
        <p:nvSpPr>
          <p:cNvPr id="44" name="Google Shape;44;p3"/>
          <p:cNvSpPr txBox="1">
            <a:spLocks noGrp="1"/>
          </p:cNvSpPr>
          <p:nvPr>
            <p:ph type="title"/>
          </p:nvPr>
        </p:nvSpPr>
        <p:spPr>
          <a:xfrm>
            <a:off x="671512" y="671512"/>
            <a:ext cx="6997800" cy="14556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2pPr>
            <a:lvl3pPr marR="0" lvl="2"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3pPr>
            <a:lvl4pPr marR="0" lvl="3"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4pPr>
            <a:lvl5pPr marR="0" lvl="4"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45" name="Google Shape;45;p3"/>
          <p:cNvSpPr txBox="1">
            <a:spLocks noGrp="1"/>
          </p:cNvSpPr>
          <p:nvPr>
            <p:ph type="body" idx="1"/>
          </p:nvPr>
        </p:nvSpPr>
        <p:spPr>
          <a:xfrm>
            <a:off x="671512" y="2381250"/>
            <a:ext cx="6997800" cy="4278300"/>
          </a:xfrm>
          <a:prstGeom prst="rect">
            <a:avLst/>
          </a:prstGeom>
          <a:noFill/>
          <a:ln>
            <a:noFill/>
          </a:ln>
        </p:spPr>
        <p:txBody>
          <a:bodyPr spcFirstLastPara="1" wrap="square" lIns="91425" tIns="45700" rIns="91425" bIns="45700" anchor="t" anchorCtr="0">
            <a:noAutofit/>
          </a:bodyPr>
          <a:lstStyle>
            <a:lvl1pPr marL="457200" marR="0" lvl="0" indent="-325120" algn="l" rtl="0">
              <a:spcBef>
                <a:spcPts val="1100"/>
              </a:spcBef>
              <a:spcAft>
                <a:spcPts val="0"/>
              </a:spcAft>
              <a:buClr>
                <a:schemeClr val="accent1"/>
              </a:buClr>
              <a:buSzPts val="1520"/>
              <a:buFont typeface="Noto Sans Symbols"/>
              <a:buChar char="►"/>
              <a:defRPr sz="1900" b="0" i="0" u="none" strike="noStrike" cap="none">
                <a:solidFill>
                  <a:srgbClr val="404040"/>
                </a:solidFill>
                <a:latin typeface="Trebuchet MS"/>
                <a:ea typeface="Trebuchet MS"/>
                <a:cs typeface="Trebuchet MS"/>
                <a:sym typeface="Trebuchet MS"/>
              </a:defRPr>
            </a:lvl1pPr>
            <a:lvl2pPr marL="914400" marR="0" lvl="1" indent="-314960" algn="l" rtl="0">
              <a:spcBef>
                <a:spcPts val="1100"/>
              </a:spcBef>
              <a:spcAft>
                <a:spcPts val="0"/>
              </a:spcAft>
              <a:buClr>
                <a:schemeClr val="accent1"/>
              </a:buClr>
              <a:buSzPts val="1360"/>
              <a:buFont typeface="Noto Sans Symbols"/>
              <a:buChar char="►"/>
              <a:defRPr sz="1700" b="0" i="0" u="none" strike="noStrike" cap="none">
                <a:solidFill>
                  <a:srgbClr val="404040"/>
                </a:solidFill>
                <a:latin typeface="Trebuchet MS"/>
                <a:ea typeface="Trebuchet MS"/>
                <a:cs typeface="Trebuchet MS"/>
                <a:sym typeface="Trebuchet MS"/>
              </a:defRPr>
            </a:lvl2pPr>
            <a:lvl3pPr marL="1371600" marR="0" lvl="2" indent="-304800" algn="l" rtl="0">
              <a:spcBef>
                <a:spcPts val="1100"/>
              </a:spcBef>
              <a:spcAft>
                <a:spcPts val="0"/>
              </a:spcAft>
              <a:buClr>
                <a:schemeClr val="accent1"/>
              </a:buClr>
              <a:buSzPts val="1200"/>
              <a:buFont typeface="Noto Sans Symbols"/>
              <a:buChar char="►"/>
              <a:defRPr sz="1500" b="0" i="0" u="none" strike="noStrike" cap="none">
                <a:solidFill>
                  <a:srgbClr val="404040"/>
                </a:solidFill>
                <a:latin typeface="Trebuchet MS"/>
                <a:ea typeface="Trebuchet MS"/>
                <a:cs typeface="Trebuchet MS"/>
                <a:sym typeface="Trebuchet MS"/>
              </a:defRPr>
            </a:lvl3pPr>
            <a:lvl4pPr marL="1828800" marR="0" lvl="3" indent="-294639" algn="l" rtl="0">
              <a:spcBef>
                <a:spcPts val="1100"/>
              </a:spcBef>
              <a:spcAft>
                <a:spcPts val="0"/>
              </a:spcAft>
              <a:buClr>
                <a:schemeClr val="accent1"/>
              </a:buClr>
              <a:buSzPts val="1040"/>
              <a:buFont typeface="Noto Sans Symbols"/>
              <a:buChar char="►"/>
              <a:defRPr sz="1300" b="0" i="0" u="none" strike="noStrike" cap="none">
                <a:solidFill>
                  <a:srgbClr val="404040"/>
                </a:solidFill>
                <a:latin typeface="Trebuchet MS"/>
                <a:ea typeface="Trebuchet MS"/>
                <a:cs typeface="Trebuchet MS"/>
                <a:sym typeface="Trebuchet MS"/>
              </a:defRPr>
            </a:lvl4pPr>
            <a:lvl5pPr marL="2286000" marR="0" lvl="4" indent="-294639" algn="l" rtl="0">
              <a:spcBef>
                <a:spcPts val="1100"/>
              </a:spcBef>
              <a:spcAft>
                <a:spcPts val="0"/>
              </a:spcAft>
              <a:buClr>
                <a:schemeClr val="accent1"/>
              </a:buClr>
              <a:buSzPts val="1040"/>
              <a:buFont typeface="Noto Sans Symbols"/>
              <a:buChar char="►"/>
              <a:defRPr sz="1300" b="0" i="0" u="none" strike="noStrike" cap="none">
                <a:solidFill>
                  <a:srgbClr val="404040"/>
                </a:solidFill>
                <a:latin typeface="Trebuchet MS"/>
                <a:ea typeface="Trebuchet MS"/>
                <a:cs typeface="Trebuchet MS"/>
                <a:sym typeface="Trebuchet MS"/>
              </a:defRPr>
            </a:lvl5pPr>
            <a:lvl6pPr marL="2743200" marR="0" lvl="5"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6pPr>
            <a:lvl7pPr marL="3200400" marR="0" lvl="6"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7pPr>
            <a:lvl8pPr marL="3657600" marR="0" lvl="7"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8pPr>
            <a:lvl9pPr marL="4114800" marR="0" lvl="8"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9pPr>
          </a:lstStyle>
          <a:p>
            <a:endParaRPr/>
          </a:p>
        </p:txBody>
      </p:sp>
      <p:sp>
        <p:nvSpPr>
          <p:cNvPr id="46" name="Google Shape;46;p3"/>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900" b="0" i="0" u="none">
                <a:solidFill>
                  <a:srgbClr val="898989"/>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dirty="0"/>
          </a:p>
        </p:txBody>
      </p:sp>
      <p:sp>
        <p:nvSpPr>
          <p:cNvPr id="47" name="Google Shape;47;p3"/>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dirty="0"/>
          </a:p>
        </p:txBody>
      </p:sp>
      <p:sp>
        <p:nvSpPr>
          <p:cNvPr id="48" name="Google Shape;48;p3"/>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sz="1400" dirty="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8" r:id="rId7"/>
    <p:sldLayoutId id="2147483659" r:id="rId8"/>
    <p:sldLayoutId id="2147483660" r:id="rId9"/>
    <p:sldLayoutId id="2147483661" r:id="rId10"/>
    <p:sldLayoutId id="2147483667"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hyperlink" Target="https://ijrpr.com/uploads/V6ISSUE4/IJRPR41332.pdf" TargetMode="External"/><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hyperlink" Target="https://ijrpr.com/uploads/V4ISSUE5/IJRPR13426.pdf" TargetMode="External"/><Relationship Id="rId4" Type="http://schemas.openxmlformats.org/officeDocument/2006/relationships/hyperlink" Target="https://ijrpr.com/uploads/V5ISSUE4/IJRPR26147.pdf"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claude.ai/chat/b25171fd-23b3-4d13-8b6c-7dc9d1b6c90b" TargetMode="External"/><Relationship Id="rId2" Type="http://schemas.openxmlformats.org/officeDocument/2006/relationships/hyperlink" Target="https://www.ijraset.com/research-paper/waste-food-management-and-donation-app" TargetMode="Externa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1"/>
          <p:cNvSpPr txBox="1"/>
          <p:nvPr/>
        </p:nvSpPr>
        <p:spPr>
          <a:xfrm>
            <a:off x="503237" y="1768475"/>
            <a:ext cx="9071100" cy="5467500"/>
          </a:xfrm>
          <a:prstGeom prst="rect">
            <a:avLst/>
          </a:prstGeom>
          <a:noFill/>
          <a:ln>
            <a:noFill/>
          </a:ln>
        </p:spPr>
        <p:txBody>
          <a:bodyPr spcFirstLastPara="1" wrap="square" lIns="0" tIns="31675" rIns="0" bIns="0" anchor="ctr" anchorCtr="0">
            <a:noAutofit/>
          </a:bodyPr>
          <a:lstStyle/>
          <a:p>
            <a:pPr lvl="0" algn="ctr">
              <a:lnSpc>
                <a:spcPct val="93000"/>
              </a:lnSpc>
              <a:buSzPts val="3600"/>
            </a:pPr>
            <a:r>
              <a:rPr lang="en-US" sz="3200" b="1" dirty="0">
                <a:latin typeface="Times New Roman" panose="02020603050405020304" pitchFamily="18" charset="0"/>
                <a:ea typeface="Times New Roman"/>
                <a:cs typeface="Times New Roman" panose="02020603050405020304" pitchFamily="18" charset="0"/>
              </a:rPr>
              <a:t>SURPLUS SERVE - </a:t>
            </a:r>
            <a:r>
              <a:rPr lang="en-IN" sz="3200" b="1" dirty="0">
                <a:latin typeface="Times New Roman" panose="02020603050405020304" pitchFamily="18" charset="0"/>
                <a:cs typeface="Times New Roman" panose="02020603050405020304" pitchFamily="18" charset="0"/>
              </a:rPr>
              <a:t>Bridging Feast to Need</a:t>
            </a:r>
            <a:r>
              <a:rPr lang="en-US" sz="3200" b="1" dirty="0">
                <a:latin typeface="Times New Roman" panose="02020603050405020304" pitchFamily="18" charset="0"/>
                <a:ea typeface="Times New Roman"/>
                <a:cs typeface="Times New Roman" panose="02020603050405020304" pitchFamily="18" charset="0"/>
              </a:rPr>
              <a:t> </a:t>
            </a:r>
          </a:p>
          <a:p>
            <a:pPr marL="0" marR="0" lvl="0" indent="0" algn="ctr" rtl="0">
              <a:lnSpc>
                <a:spcPct val="93000"/>
              </a:lnSpc>
              <a:spcBef>
                <a:spcPts val="0"/>
              </a:spcBef>
              <a:spcAft>
                <a:spcPts val="0"/>
              </a:spcAft>
              <a:buClr>
                <a:srgbClr val="000000"/>
              </a:buClr>
              <a:buSzPts val="3600"/>
              <a:buFont typeface="Times New Roman"/>
              <a:buNone/>
            </a:pPr>
            <a:r>
              <a:rPr lang="en-US" sz="32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endParaRPr sz="12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0" marR="0" lvl="0" indent="0" algn="ctr" rtl="0">
              <a:lnSpc>
                <a:spcPct val="93000"/>
              </a:lnSpc>
              <a:spcBef>
                <a:spcPts val="0"/>
              </a:spcBef>
              <a:spcAft>
                <a:spcPts val="0"/>
              </a:spcAft>
              <a:buClr>
                <a:schemeClr val="dk1"/>
              </a:buClr>
              <a:buSzPts val="3200"/>
              <a:buFont typeface="Trebuchet MS"/>
              <a:buNone/>
            </a:pPr>
            <a:endParaRPr sz="28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93000"/>
              </a:lnSpc>
              <a:spcBef>
                <a:spcPts val="0"/>
              </a:spcBef>
              <a:spcAft>
                <a:spcPts val="0"/>
              </a:spcAft>
              <a:buClr>
                <a:srgbClr val="000000"/>
              </a:buClr>
              <a:buSzPts val="3200"/>
              <a:buFont typeface="Times New Roman"/>
              <a:buNone/>
            </a:pPr>
            <a:r>
              <a:rPr lang="en-US" sz="28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Parth Rane – 23106018</a:t>
            </a:r>
            <a:br>
              <a:rPr lang="en-US" sz="28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br>
            <a:r>
              <a:rPr lang="en-US" sz="28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Yash Sawant – 23106009</a:t>
            </a:r>
          </a:p>
          <a:p>
            <a:pPr marL="0" marR="0" lvl="0" indent="0" algn="ctr" rtl="0">
              <a:lnSpc>
                <a:spcPct val="93000"/>
              </a:lnSpc>
              <a:spcBef>
                <a:spcPts val="0"/>
              </a:spcBef>
              <a:spcAft>
                <a:spcPts val="0"/>
              </a:spcAft>
              <a:buClr>
                <a:srgbClr val="000000"/>
              </a:buClr>
              <a:buSzPts val="3200"/>
              <a:buFont typeface="Times New Roman"/>
              <a:buNone/>
            </a:pPr>
            <a:r>
              <a:rPr lang="en-US" sz="28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Sohan Vernekar – 23106012</a:t>
            </a:r>
            <a:endParaRPr lang="en-US" sz="2800" dirty="0">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93000"/>
              </a:lnSpc>
              <a:spcBef>
                <a:spcPts val="0"/>
              </a:spcBef>
              <a:spcAft>
                <a:spcPts val="0"/>
              </a:spcAft>
              <a:buClr>
                <a:schemeClr val="dk1"/>
              </a:buClr>
              <a:buSzPts val="3200"/>
              <a:buFont typeface="Trebuchet MS"/>
              <a:buNone/>
            </a:pPr>
            <a:endParaRPr sz="28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93000"/>
              </a:lnSpc>
              <a:spcBef>
                <a:spcPts val="0"/>
              </a:spcBef>
              <a:spcAft>
                <a:spcPts val="0"/>
              </a:spcAft>
              <a:buClr>
                <a:srgbClr val="000000"/>
              </a:buClr>
              <a:buSzPts val="2800"/>
              <a:buFont typeface="Times New Roman"/>
              <a:buNone/>
            </a:pPr>
            <a:r>
              <a:rPr lang="en-US" sz="24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Project Guide</a:t>
            </a:r>
          </a:p>
          <a:p>
            <a:pPr marL="0" marR="0" lvl="0" indent="0" algn="ctr" rtl="0">
              <a:lnSpc>
                <a:spcPct val="93000"/>
              </a:lnSpc>
              <a:spcBef>
                <a:spcPts val="0"/>
              </a:spcBef>
              <a:spcAft>
                <a:spcPts val="0"/>
              </a:spcAft>
              <a:buClr>
                <a:srgbClr val="000000"/>
              </a:buClr>
              <a:buSzPts val="2400"/>
              <a:buFont typeface="Times New Roman"/>
              <a:buNone/>
            </a:pPr>
            <a:r>
              <a:rPr lang="en-US" sz="24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Ms</a:t>
            </a:r>
            <a:r>
              <a:rPr lang="en-US" sz="2400" b="1" dirty="0">
                <a:latin typeface="Times New Roman" panose="02020603050405020304" pitchFamily="18" charset="0"/>
                <a:ea typeface="Times New Roman"/>
                <a:cs typeface="Times New Roman" panose="02020603050405020304" pitchFamily="18" charset="0"/>
                <a:sym typeface="Times New Roman"/>
              </a:rPr>
              <a:t>. </a:t>
            </a:r>
            <a:r>
              <a:rPr lang="en-US" sz="2400" b="1" dirty="0" err="1">
                <a:latin typeface="Times New Roman" panose="02020603050405020304" pitchFamily="18" charset="0"/>
                <a:ea typeface="Times New Roman"/>
                <a:cs typeface="Times New Roman" panose="02020603050405020304" pitchFamily="18" charset="0"/>
                <a:sym typeface="Times New Roman"/>
              </a:rPr>
              <a:t>Yogehswari</a:t>
            </a:r>
            <a:r>
              <a:rPr lang="en-US" sz="2400" b="1" dirty="0">
                <a:latin typeface="Times New Roman" panose="02020603050405020304" pitchFamily="18" charset="0"/>
                <a:ea typeface="Times New Roman"/>
                <a:cs typeface="Times New Roman" panose="02020603050405020304" pitchFamily="18" charset="0"/>
                <a:sym typeface="Times New Roman"/>
              </a:rPr>
              <a:t> </a:t>
            </a:r>
            <a:r>
              <a:rPr lang="en-US" sz="2400" b="1" dirty="0" err="1">
                <a:latin typeface="Times New Roman" panose="02020603050405020304" pitchFamily="18" charset="0"/>
                <a:ea typeface="Times New Roman"/>
                <a:cs typeface="Times New Roman" panose="02020603050405020304" pitchFamily="18" charset="0"/>
                <a:sym typeface="Times New Roman"/>
              </a:rPr>
              <a:t>Hardas</a:t>
            </a:r>
            <a:endParaRPr lang="en-US" sz="24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defTabSz="914400" rtl="0" eaLnBrk="1" fontAlgn="auto" latinLnBrk="0" hangingPunct="1">
              <a:lnSpc>
                <a:spcPct val="93000"/>
              </a:lnSpc>
              <a:spcBef>
                <a:spcPts val="0"/>
              </a:spcBef>
              <a:spcAft>
                <a:spcPts val="0"/>
              </a:spcAft>
              <a:buClr>
                <a:srgbClr val="000000"/>
              </a:buClr>
              <a:buSzPts val="2800"/>
              <a:buFont typeface="Times New Roman"/>
              <a:buNone/>
              <a:tabLst/>
              <a:defRPr/>
            </a:pPr>
            <a:r>
              <a:rPr kumimoji="0" lang="en-US" sz="2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Times New Roman"/>
              </a:rPr>
              <a:t>2024-25</a:t>
            </a:r>
            <a:endParaRPr kumimoji="0" lang="en-US" sz="12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0" marR="0" lvl="0" indent="0" algn="ctr" rtl="0">
              <a:lnSpc>
                <a:spcPct val="93000"/>
              </a:lnSpc>
              <a:spcBef>
                <a:spcPts val="0"/>
              </a:spcBef>
              <a:spcAft>
                <a:spcPts val="0"/>
              </a:spcAft>
              <a:buClr>
                <a:srgbClr val="000000"/>
              </a:buClr>
              <a:buSzPts val="2400"/>
              <a:buFont typeface="Times New Roman"/>
              <a:buNone/>
            </a:pPr>
            <a:r>
              <a:rPr lang="en-US" sz="24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cxnSp>
        <p:nvCxnSpPr>
          <p:cNvPr id="302" name="Google Shape;302;p1"/>
          <p:cNvCxnSpPr/>
          <p:nvPr/>
        </p:nvCxnSpPr>
        <p:spPr>
          <a:xfrm>
            <a:off x="0" y="1743075"/>
            <a:ext cx="10080600" cy="0"/>
          </a:xfrm>
          <a:prstGeom prst="straightConnector1">
            <a:avLst/>
          </a:prstGeom>
          <a:noFill/>
          <a:ln w="25400" cap="rnd" cmpd="sng">
            <a:solidFill>
              <a:schemeClr val="dk1"/>
            </a:solidFill>
            <a:prstDash val="solid"/>
            <a:miter lim="800000"/>
            <a:headEnd type="none" w="sm" len="sm"/>
            <a:tailEnd type="none" w="sm" len="sm"/>
          </a:ln>
          <a:effectLst>
            <a:outerShdw blurRad="63500" dist="25400" dir="5400000">
              <a:srgbClr val="000000">
                <a:alpha val="34510"/>
              </a:srgbClr>
            </a:outerShdw>
          </a:effectLst>
        </p:spPr>
      </p:cxnSp>
      <p:pic>
        <p:nvPicPr>
          <p:cNvPr id="303" name="Google Shape;303;p1"/>
          <p:cNvPicPr preferRelativeResize="0"/>
          <p:nvPr/>
        </p:nvPicPr>
        <p:blipFill rotWithShape="1">
          <a:blip r:embed="rId3">
            <a:alphaModFix/>
          </a:blip>
          <a:srcRect/>
          <a:stretch/>
        </p:blipFill>
        <p:spPr>
          <a:xfrm>
            <a:off x="1868721" y="204108"/>
            <a:ext cx="6353249" cy="1260818"/>
          </a:xfrm>
          <a:prstGeom prst="rect">
            <a:avLst/>
          </a:prstGeom>
          <a:noFill/>
          <a:ln>
            <a:noFill/>
          </a:ln>
        </p:spPr>
      </p:pic>
      <p:sp>
        <p:nvSpPr>
          <p:cNvPr id="304" name="Google Shape;304;p1"/>
          <p:cNvSpPr txBox="1"/>
          <p:nvPr/>
        </p:nvSpPr>
        <p:spPr>
          <a:xfrm>
            <a:off x="5046" y="3195982"/>
            <a:ext cx="10080600" cy="473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stStyle>
          <a:p>
            <a:pPr marL="0" lvl="0" indent="0" algn="l" rtl="0">
              <a:spcBef>
                <a:spcPts val="0"/>
              </a:spcBef>
              <a:spcAft>
                <a:spcPts val="0"/>
              </a:spcAft>
              <a:buNone/>
            </a:pPr>
            <a:endParaRPr sz="1900">
              <a:solidFill>
                <a:srgbClr val="404040"/>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2"/>
        <p:cNvGrpSpPr/>
        <p:nvPr/>
      </p:nvGrpSpPr>
      <p:grpSpPr>
        <a:xfrm>
          <a:off x="0" y="0"/>
          <a:ext cx="0" cy="0"/>
          <a:chOff x="0" y="0"/>
          <a:chExt cx="0" cy="0"/>
        </a:xfrm>
      </p:grpSpPr>
      <p:sp>
        <p:nvSpPr>
          <p:cNvPr id="233" name="Google Shape;233;p26"/>
          <p:cNvSpPr txBox="1"/>
          <p:nvPr/>
        </p:nvSpPr>
        <p:spPr>
          <a:xfrm>
            <a:off x="503237" y="301625"/>
            <a:ext cx="9071100" cy="1262100"/>
          </a:xfrm>
          <a:prstGeom prst="rect">
            <a:avLst/>
          </a:prstGeom>
          <a:noFill/>
          <a:ln>
            <a:noFill/>
          </a:ln>
        </p:spPr>
        <p:txBody>
          <a:bodyPr spcFirstLastPara="1" wrap="square" lIns="0" tIns="31675" rIns="0" bIns="0" anchor="ctr"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i="0" u="none" dirty="0">
                <a:solidFill>
                  <a:srgbClr val="000000"/>
                </a:solidFill>
                <a:latin typeface="Times New Roman"/>
                <a:ea typeface="Times New Roman"/>
                <a:cs typeface="Times New Roman"/>
                <a:sym typeface="Times New Roman"/>
              </a:rPr>
              <a:t>Introduction</a:t>
            </a:r>
            <a:endParaRPr dirty="0"/>
          </a:p>
        </p:txBody>
      </p:sp>
      <p:sp>
        <p:nvSpPr>
          <p:cNvPr id="3" name="TextBox 2">
            <a:extLst>
              <a:ext uri="{FF2B5EF4-FFF2-40B4-BE49-F238E27FC236}">
                <a16:creationId xmlns:a16="http://schemas.microsoft.com/office/drawing/2014/main" id="{9B3057E4-7299-4F75-415A-8A44B1344D1D}"/>
              </a:ext>
            </a:extLst>
          </p:cNvPr>
          <p:cNvSpPr txBox="1"/>
          <p:nvPr/>
        </p:nvSpPr>
        <p:spPr>
          <a:xfrm>
            <a:off x="503237" y="1424107"/>
            <a:ext cx="7954964" cy="2862322"/>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In India and many other countries, massive quantities of food are wasted every day, especially during social events like weddings, corporate functions, festivals, and parties. At the same time, millions of people go hungry, and many NGOs are actively trying to feed the underprivileged but there’s a disconnect between surplus food and those who need it. Event organizers often throw away leftover food due to lack of immediate access to NGOs or distribution channels. NGOs rely on manual or informal communication, which is slow, inefficient, and unscalable. There is no standard platform that bridges this gap in real time with trust and efficiency.</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Google Shape;240;p27"/>
          <p:cNvSpPr/>
          <p:nvPr/>
        </p:nvSpPr>
        <p:spPr>
          <a:xfrm>
            <a:off x="402025" y="301715"/>
            <a:ext cx="9070920" cy="1261800"/>
          </a:xfrm>
          <a:prstGeom prst="rect">
            <a:avLst/>
          </a:prstGeom>
          <a:noFill/>
          <a:ln w="0">
            <a:noFill/>
          </a:ln>
        </p:spPr>
        <p:style>
          <a:lnRef idx="0">
            <a:scrgbClr r="0" g="0" b="0"/>
          </a:lnRef>
          <a:fillRef idx="0">
            <a:scrgbClr r="0" g="0" b="0"/>
          </a:fillRef>
          <a:effectRef idx="0">
            <a:scrgbClr r="0" g="0" b="0"/>
          </a:effectRef>
          <a:fontRef idx="minor"/>
        </p:style>
        <p:txBody>
          <a:bodyPr lIns="0" tIns="31680" rIns="0" bIns="0" anchor="ctr">
            <a:noAutofit/>
          </a:bodyPr>
          <a:lstStyle/>
          <a:p>
            <a:pPr>
              <a:lnSpc>
                <a:spcPct val="93000"/>
              </a:lnSpc>
              <a:tabLst>
                <a:tab pos="0" algn="l"/>
              </a:tabLst>
            </a:pPr>
            <a:r>
              <a:rPr lang="en-US" sz="3600" b="1" u="none" strike="noStrike" dirty="0">
                <a:solidFill>
                  <a:srgbClr val="000000"/>
                </a:solidFill>
                <a:uFillTx/>
                <a:latin typeface="Times New Roman"/>
                <a:ea typeface="Times New Roman"/>
              </a:rPr>
              <a:t> Literature Survey of the Existing System</a:t>
            </a:r>
            <a:endParaRPr lang="en-US" sz="3600" b="0" u="none" strike="noStrike" dirty="0">
              <a:solidFill>
                <a:srgbClr val="000000"/>
              </a:solidFill>
              <a:uFillTx/>
              <a:latin typeface="Arial"/>
            </a:endParaRPr>
          </a:p>
        </p:txBody>
      </p:sp>
      <p:graphicFrame>
        <p:nvGraphicFramePr>
          <p:cNvPr id="3" name="Table 2">
            <a:extLst>
              <a:ext uri="{FF2B5EF4-FFF2-40B4-BE49-F238E27FC236}">
                <a16:creationId xmlns:a16="http://schemas.microsoft.com/office/drawing/2014/main" id="{70A84FA9-6FA0-B348-9B39-61EDEFC3F6DE}"/>
              </a:ext>
            </a:extLst>
          </p:cNvPr>
          <p:cNvGraphicFramePr>
            <a:graphicFrameLocks noGrp="1"/>
          </p:cNvGraphicFramePr>
          <p:nvPr>
            <p:extLst>
              <p:ext uri="{D42A27DB-BD31-4B8C-83A1-F6EECF244321}">
                <p14:modId xmlns:p14="http://schemas.microsoft.com/office/powerpoint/2010/main" val="2840857167"/>
              </p:ext>
            </p:extLst>
          </p:nvPr>
        </p:nvGraphicFramePr>
        <p:xfrm>
          <a:off x="402024" y="1985661"/>
          <a:ext cx="9276576" cy="484632"/>
        </p:xfrm>
        <a:graphic>
          <a:graphicData uri="http://schemas.openxmlformats.org/drawingml/2006/table">
            <a:tbl>
              <a:tblPr>
                <a:tableStyleId>{C4B1156A-380E-4F78-BDF5-A606A8083BF9}</a:tableStyleId>
              </a:tblPr>
              <a:tblGrid>
                <a:gridCol w="1546096">
                  <a:extLst>
                    <a:ext uri="{9D8B030D-6E8A-4147-A177-3AD203B41FA5}">
                      <a16:colId xmlns:a16="http://schemas.microsoft.com/office/drawing/2014/main" val="402233272"/>
                    </a:ext>
                  </a:extLst>
                </a:gridCol>
                <a:gridCol w="1546096">
                  <a:extLst>
                    <a:ext uri="{9D8B030D-6E8A-4147-A177-3AD203B41FA5}">
                      <a16:colId xmlns:a16="http://schemas.microsoft.com/office/drawing/2014/main" val="3316144189"/>
                    </a:ext>
                  </a:extLst>
                </a:gridCol>
                <a:gridCol w="1546096">
                  <a:extLst>
                    <a:ext uri="{9D8B030D-6E8A-4147-A177-3AD203B41FA5}">
                      <a16:colId xmlns:a16="http://schemas.microsoft.com/office/drawing/2014/main" val="3943149893"/>
                    </a:ext>
                  </a:extLst>
                </a:gridCol>
                <a:gridCol w="1546096">
                  <a:extLst>
                    <a:ext uri="{9D8B030D-6E8A-4147-A177-3AD203B41FA5}">
                      <a16:colId xmlns:a16="http://schemas.microsoft.com/office/drawing/2014/main" val="555645029"/>
                    </a:ext>
                  </a:extLst>
                </a:gridCol>
                <a:gridCol w="1546096">
                  <a:extLst>
                    <a:ext uri="{9D8B030D-6E8A-4147-A177-3AD203B41FA5}">
                      <a16:colId xmlns:a16="http://schemas.microsoft.com/office/drawing/2014/main" val="3997317175"/>
                    </a:ext>
                  </a:extLst>
                </a:gridCol>
                <a:gridCol w="1546096">
                  <a:extLst>
                    <a:ext uri="{9D8B030D-6E8A-4147-A177-3AD203B41FA5}">
                      <a16:colId xmlns:a16="http://schemas.microsoft.com/office/drawing/2014/main" val="1447301314"/>
                    </a:ext>
                  </a:extLst>
                </a:gridCol>
              </a:tblGrid>
              <a:tr h="484632">
                <a:tc>
                  <a:txBody>
                    <a:bodyPr/>
                    <a:lstStyle/>
                    <a:p>
                      <a:pPr algn="ctr">
                        <a:buNone/>
                      </a:pPr>
                      <a:r>
                        <a:rPr lang="en-IN" sz="1500" b="1" dirty="0"/>
                        <a:t>App/System</a:t>
                      </a:r>
                      <a:endParaRPr lang="en-IN" sz="1500" dirty="0"/>
                    </a:p>
                  </a:txBody>
                  <a:tcPr marL="23857" marR="23857" marT="11928" marB="11928" anchor="ctr"/>
                </a:tc>
                <a:tc>
                  <a:txBody>
                    <a:bodyPr/>
                    <a:lstStyle/>
                    <a:p>
                      <a:pPr algn="ctr">
                        <a:buNone/>
                      </a:pPr>
                      <a:r>
                        <a:rPr lang="en-IN" sz="1500" b="1" dirty="0"/>
                        <a:t>Country</a:t>
                      </a:r>
                      <a:endParaRPr lang="en-IN" sz="1500" dirty="0"/>
                    </a:p>
                  </a:txBody>
                  <a:tcPr marL="23857" marR="23857" marT="11928" marB="11928" anchor="ctr"/>
                </a:tc>
                <a:tc>
                  <a:txBody>
                    <a:bodyPr/>
                    <a:lstStyle/>
                    <a:p>
                      <a:pPr algn="ctr">
                        <a:buNone/>
                      </a:pPr>
                      <a:r>
                        <a:rPr lang="en-IN" sz="1500" b="1" dirty="0"/>
                        <a:t>Target Users</a:t>
                      </a:r>
                      <a:endParaRPr lang="en-IN" sz="1500" dirty="0"/>
                    </a:p>
                  </a:txBody>
                  <a:tcPr marL="23857" marR="23857" marT="11928" marB="11928" anchor="ctr"/>
                </a:tc>
                <a:tc>
                  <a:txBody>
                    <a:bodyPr/>
                    <a:lstStyle/>
                    <a:p>
                      <a:pPr algn="ctr">
                        <a:buNone/>
                      </a:pPr>
                      <a:r>
                        <a:rPr lang="en-IN" sz="1500" b="1" dirty="0"/>
                        <a:t>Working Mechanism</a:t>
                      </a:r>
                      <a:endParaRPr lang="en-IN" sz="1500" dirty="0"/>
                    </a:p>
                  </a:txBody>
                  <a:tcPr marL="23857" marR="23857" marT="11928" marB="11928" anchor="ctr"/>
                </a:tc>
                <a:tc>
                  <a:txBody>
                    <a:bodyPr/>
                    <a:lstStyle/>
                    <a:p>
                      <a:pPr algn="ctr">
                        <a:buNone/>
                      </a:pPr>
                      <a:r>
                        <a:rPr lang="en-IN" sz="1500" b="1" dirty="0"/>
                        <a:t>Limitations</a:t>
                      </a:r>
                      <a:endParaRPr lang="en-IN" sz="1500" dirty="0"/>
                    </a:p>
                  </a:txBody>
                  <a:tcPr marL="23857" marR="23857" marT="11928" marB="11928" anchor="ctr"/>
                </a:tc>
                <a:tc>
                  <a:txBody>
                    <a:bodyPr/>
                    <a:lstStyle/>
                    <a:p>
                      <a:pPr algn="ctr">
                        <a:buNone/>
                      </a:pPr>
                      <a:r>
                        <a:rPr lang="en-IN" sz="1500" b="1" dirty="0"/>
                        <a:t>Reference</a:t>
                      </a:r>
                      <a:endParaRPr lang="en-IN" sz="1500" dirty="0"/>
                    </a:p>
                  </a:txBody>
                  <a:tcPr marL="23857" marR="23857" marT="11928" marB="11928" anchor="ctr"/>
                </a:tc>
                <a:extLst>
                  <a:ext uri="{0D108BD9-81ED-4DB2-BD59-A6C34878D82A}">
                    <a16:rowId xmlns:a16="http://schemas.microsoft.com/office/drawing/2014/main" val="3534300290"/>
                  </a:ext>
                </a:extLst>
              </a:tr>
            </a:tbl>
          </a:graphicData>
        </a:graphic>
      </p:graphicFrame>
      <p:graphicFrame>
        <p:nvGraphicFramePr>
          <p:cNvPr id="4" name="Table 3">
            <a:extLst>
              <a:ext uri="{FF2B5EF4-FFF2-40B4-BE49-F238E27FC236}">
                <a16:creationId xmlns:a16="http://schemas.microsoft.com/office/drawing/2014/main" id="{C69581D7-325E-2F38-7A8F-32C8B2BF25CC}"/>
              </a:ext>
            </a:extLst>
          </p:cNvPr>
          <p:cNvGraphicFramePr>
            <a:graphicFrameLocks noGrp="1"/>
          </p:cNvGraphicFramePr>
          <p:nvPr>
            <p:extLst>
              <p:ext uri="{D42A27DB-BD31-4B8C-83A1-F6EECF244321}">
                <p14:modId xmlns:p14="http://schemas.microsoft.com/office/powerpoint/2010/main" val="2562578140"/>
              </p:ext>
            </p:extLst>
          </p:nvPr>
        </p:nvGraphicFramePr>
        <p:xfrm>
          <a:off x="402024" y="2466717"/>
          <a:ext cx="9276576" cy="4425696"/>
        </p:xfrm>
        <a:graphic>
          <a:graphicData uri="http://schemas.openxmlformats.org/drawingml/2006/table">
            <a:tbl>
              <a:tblPr>
                <a:tableStyleId>{22838BEF-8BB2-4498-84A7-C5851F593DF1}</a:tableStyleId>
              </a:tblPr>
              <a:tblGrid>
                <a:gridCol w="1546096">
                  <a:extLst>
                    <a:ext uri="{9D8B030D-6E8A-4147-A177-3AD203B41FA5}">
                      <a16:colId xmlns:a16="http://schemas.microsoft.com/office/drawing/2014/main" val="4108818291"/>
                    </a:ext>
                  </a:extLst>
                </a:gridCol>
                <a:gridCol w="1546096">
                  <a:extLst>
                    <a:ext uri="{9D8B030D-6E8A-4147-A177-3AD203B41FA5}">
                      <a16:colId xmlns:a16="http://schemas.microsoft.com/office/drawing/2014/main" val="2897638920"/>
                    </a:ext>
                  </a:extLst>
                </a:gridCol>
                <a:gridCol w="1546096">
                  <a:extLst>
                    <a:ext uri="{9D8B030D-6E8A-4147-A177-3AD203B41FA5}">
                      <a16:colId xmlns:a16="http://schemas.microsoft.com/office/drawing/2014/main" val="3885713198"/>
                    </a:ext>
                  </a:extLst>
                </a:gridCol>
                <a:gridCol w="1546096">
                  <a:extLst>
                    <a:ext uri="{9D8B030D-6E8A-4147-A177-3AD203B41FA5}">
                      <a16:colId xmlns:a16="http://schemas.microsoft.com/office/drawing/2014/main" val="1229064508"/>
                    </a:ext>
                  </a:extLst>
                </a:gridCol>
                <a:gridCol w="1546096">
                  <a:extLst>
                    <a:ext uri="{9D8B030D-6E8A-4147-A177-3AD203B41FA5}">
                      <a16:colId xmlns:a16="http://schemas.microsoft.com/office/drawing/2014/main" val="687545831"/>
                    </a:ext>
                  </a:extLst>
                </a:gridCol>
                <a:gridCol w="1546096">
                  <a:extLst>
                    <a:ext uri="{9D8B030D-6E8A-4147-A177-3AD203B41FA5}">
                      <a16:colId xmlns:a16="http://schemas.microsoft.com/office/drawing/2014/main" val="2770480789"/>
                    </a:ext>
                  </a:extLst>
                </a:gridCol>
              </a:tblGrid>
              <a:tr h="1856232">
                <a:tc>
                  <a:txBody>
                    <a:bodyPr/>
                    <a:lstStyle/>
                    <a:p>
                      <a:pPr algn="ctr">
                        <a:buNone/>
                      </a:pPr>
                      <a:r>
                        <a:rPr lang="en-IN" sz="1500" b="1" dirty="0"/>
                        <a:t>Robin Hood Army</a:t>
                      </a:r>
                      <a:endParaRPr lang="en-IN" sz="1500" dirty="0"/>
                    </a:p>
                  </a:txBody>
                  <a:tcPr marL="23857" marR="23857" marT="11928" marB="11928" anchor="ctr"/>
                </a:tc>
                <a:tc>
                  <a:txBody>
                    <a:bodyPr/>
                    <a:lstStyle/>
                    <a:p>
                      <a:pPr algn="ctr">
                        <a:buNone/>
                      </a:pPr>
                      <a:r>
                        <a:rPr lang="en-IN" sz="1500" dirty="0"/>
                        <a:t>India, Pakistan</a:t>
                      </a:r>
                    </a:p>
                  </a:txBody>
                  <a:tcPr marL="23857" marR="23857" marT="11928" marB="11928" anchor="ctr"/>
                </a:tc>
                <a:tc>
                  <a:txBody>
                    <a:bodyPr/>
                    <a:lstStyle/>
                    <a:p>
                      <a:pPr algn="ctr">
                        <a:buNone/>
                      </a:pPr>
                      <a:r>
                        <a:rPr lang="en-IN" sz="1500" dirty="0"/>
                        <a:t>Volunteers, NGOs</a:t>
                      </a:r>
                    </a:p>
                  </a:txBody>
                  <a:tcPr marL="23857" marR="23857" marT="11928" marB="11928" anchor="ctr"/>
                </a:tc>
                <a:tc>
                  <a:txBody>
                    <a:bodyPr/>
                    <a:lstStyle/>
                    <a:p>
                      <a:pPr algn="ctr">
                        <a:buNone/>
                      </a:pPr>
                      <a:r>
                        <a:rPr lang="en-US" sz="1500" dirty="0"/>
                        <a:t>Volunteers collect excess food from restaurants/events and distribute it manually to needy communities.</a:t>
                      </a:r>
                    </a:p>
                  </a:txBody>
                  <a:tcPr marL="23857" marR="23857" marT="11928" marB="11928" anchor="ctr"/>
                </a:tc>
                <a:tc>
                  <a:txBody>
                    <a:bodyPr/>
                    <a:lstStyle/>
                    <a:p>
                      <a:pPr algn="ctr">
                        <a:buNone/>
                      </a:pPr>
                      <a:r>
                        <a:rPr lang="en-US" sz="1500" dirty="0"/>
                        <a:t>No centralized app, manual coordination, not real-time, no automated NGO matching.</a:t>
                      </a:r>
                    </a:p>
                  </a:txBody>
                  <a:tcPr marL="23857" marR="23857" marT="11928" marB="11928" anchor="ctr"/>
                </a:tc>
                <a:tc>
                  <a:txBody>
                    <a:bodyPr/>
                    <a:lstStyle/>
                    <a:p>
                      <a:pPr algn="ctr">
                        <a:buNone/>
                      </a:pPr>
                      <a:r>
                        <a:rPr lang="en-IN" sz="1500" dirty="0"/>
                        <a:t>RobinHoodArmy.com</a:t>
                      </a:r>
                    </a:p>
                  </a:txBody>
                  <a:tcPr marL="23857" marR="23857" marT="11928" marB="11928" anchor="ctr"/>
                </a:tc>
                <a:extLst>
                  <a:ext uri="{0D108BD9-81ED-4DB2-BD59-A6C34878D82A}">
                    <a16:rowId xmlns:a16="http://schemas.microsoft.com/office/drawing/2014/main" val="794815015"/>
                  </a:ext>
                </a:extLst>
              </a:tr>
              <a:tr h="1399032">
                <a:tc>
                  <a:txBody>
                    <a:bodyPr/>
                    <a:lstStyle/>
                    <a:p>
                      <a:pPr algn="ctr">
                        <a:buNone/>
                      </a:pPr>
                      <a:r>
                        <a:rPr lang="en-IN" sz="1500" b="1" dirty="0"/>
                        <a:t>Feeding India</a:t>
                      </a:r>
                      <a:r>
                        <a:rPr lang="en-IN" sz="1500" dirty="0"/>
                        <a:t> (Zomato)</a:t>
                      </a:r>
                    </a:p>
                  </a:txBody>
                  <a:tcPr marL="23857" marR="23857" marT="11928" marB="11928" anchor="ctr"/>
                </a:tc>
                <a:tc>
                  <a:txBody>
                    <a:bodyPr/>
                    <a:lstStyle/>
                    <a:p>
                      <a:pPr algn="ctr">
                        <a:buNone/>
                      </a:pPr>
                      <a:r>
                        <a:rPr lang="en-IN" sz="1500" dirty="0"/>
                        <a:t>India</a:t>
                      </a:r>
                    </a:p>
                  </a:txBody>
                  <a:tcPr marL="23857" marR="23857" marT="11928" marB="11928" anchor="ctr"/>
                </a:tc>
                <a:tc>
                  <a:txBody>
                    <a:bodyPr/>
                    <a:lstStyle/>
                    <a:p>
                      <a:pPr algn="ctr">
                        <a:buNone/>
                      </a:pPr>
                      <a:r>
                        <a:rPr lang="en-IN" sz="1500" dirty="0"/>
                        <a:t>Restaurants, NGOs</a:t>
                      </a:r>
                    </a:p>
                  </a:txBody>
                  <a:tcPr marL="23857" marR="23857" marT="11928" marB="11928" anchor="ctr"/>
                </a:tc>
                <a:tc>
                  <a:txBody>
                    <a:bodyPr/>
                    <a:lstStyle/>
                    <a:p>
                      <a:pPr algn="ctr">
                        <a:buNone/>
                      </a:pPr>
                      <a:r>
                        <a:rPr lang="en-US" sz="1500" dirty="0"/>
                        <a:t>Partners with restaurants to donate surplus food via verified NGO network.</a:t>
                      </a:r>
                    </a:p>
                  </a:txBody>
                  <a:tcPr marL="23857" marR="23857" marT="11928" marB="11928" anchor="ctr"/>
                </a:tc>
                <a:tc>
                  <a:txBody>
                    <a:bodyPr/>
                    <a:lstStyle/>
                    <a:p>
                      <a:pPr algn="ctr">
                        <a:buNone/>
                      </a:pPr>
                      <a:r>
                        <a:rPr lang="en-US" sz="1500" dirty="0"/>
                        <a:t>Limited to urban areas, depends on restaurant willingness, no live-event food rescue feature.</a:t>
                      </a:r>
                    </a:p>
                  </a:txBody>
                  <a:tcPr marL="23857" marR="23857" marT="11928" marB="11928" anchor="ctr"/>
                </a:tc>
                <a:tc>
                  <a:txBody>
                    <a:bodyPr/>
                    <a:lstStyle/>
                    <a:p>
                      <a:pPr algn="ctr">
                        <a:buNone/>
                      </a:pPr>
                      <a:r>
                        <a:rPr lang="en-IN" sz="1500" dirty="0"/>
                        <a:t>Zomato Foundation</a:t>
                      </a:r>
                    </a:p>
                  </a:txBody>
                  <a:tcPr marL="23857" marR="23857" marT="11928" marB="11928" anchor="ctr"/>
                </a:tc>
                <a:extLst>
                  <a:ext uri="{0D108BD9-81ED-4DB2-BD59-A6C34878D82A}">
                    <a16:rowId xmlns:a16="http://schemas.microsoft.com/office/drawing/2014/main" val="3902574579"/>
                  </a:ext>
                </a:extLst>
              </a:tr>
              <a:tr h="1170432">
                <a:tc>
                  <a:txBody>
                    <a:bodyPr/>
                    <a:lstStyle/>
                    <a:p>
                      <a:pPr algn="ctr">
                        <a:buNone/>
                      </a:pPr>
                      <a:r>
                        <a:rPr lang="en-IN" sz="1500" b="1" dirty="0"/>
                        <a:t>Roti Bank</a:t>
                      </a:r>
                      <a:endParaRPr lang="en-IN" sz="1500" dirty="0"/>
                    </a:p>
                  </a:txBody>
                  <a:tcPr marL="23857" marR="23857" marT="11928" marB="11928" anchor="ctr"/>
                </a:tc>
                <a:tc>
                  <a:txBody>
                    <a:bodyPr/>
                    <a:lstStyle/>
                    <a:p>
                      <a:pPr algn="ctr">
                        <a:buNone/>
                      </a:pPr>
                      <a:r>
                        <a:rPr lang="en-IN" sz="1500" dirty="0"/>
                        <a:t>India</a:t>
                      </a:r>
                    </a:p>
                  </a:txBody>
                  <a:tcPr marL="23857" marR="23857" marT="11928" marB="11928" anchor="ctr"/>
                </a:tc>
                <a:tc>
                  <a:txBody>
                    <a:bodyPr/>
                    <a:lstStyle/>
                    <a:p>
                      <a:pPr algn="ctr">
                        <a:buNone/>
                      </a:pPr>
                      <a:r>
                        <a:rPr lang="en-IN" sz="1500" dirty="0"/>
                        <a:t>Individuals, Communities</a:t>
                      </a:r>
                    </a:p>
                  </a:txBody>
                  <a:tcPr marL="23857" marR="23857" marT="11928" marB="11928" anchor="ctr"/>
                </a:tc>
                <a:tc>
                  <a:txBody>
                    <a:bodyPr/>
                    <a:lstStyle/>
                    <a:p>
                      <a:pPr algn="ctr">
                        <a:buNone/>
                      </a:pPr>
                      <a:r>
                        <a:rPr lang="en-US" sz="1500" dirty="0"/>
                        <a:t>Manual collection and distribution through community volunteers.</a:t>
                      </a:r>
                    </a:p>
                  </a:txBody>
                  <a:tcPr marL="23857" marR="23857" marT="11928" marB="11928" anchor="ctr"/>
                </a:tc>
                <a:tc>
                  <a:txBody>
                    <a:bodyPr/>
                    <a:lstStyle/>
                    <a:p>
                      <a:pPr algn="ctr">
                        <a:buNone/>
                      </a:pPr>
                      <a:r>
                        <a:rPr lang="en-US" sz="1500" dirty="0"/>
                        <a:t>No technology platform, lacks scalability and instant coordination.</a:t>
                      </a:r>
                    </a:p>
                  </a:txBody>
                  <a:tcPr marL="23857" marR="23857" marT="11928" marB="11928" anchor="ctr"/>
                </a:tc>
                <a:tc>
                  <a:txBody>
                    <a:bodyPr/>
                    <a:lstStyle/>
                    <a:p>
                      <a:pPr algn="ctr">
                        <a:buNone/>
                      </a:pPr>
                      <a:r>
                        <a:rPr lang="en-IN" sz="1500" dirty="0"/>
                        <a:t>rotibank.org</a:t>
                      </a:r>
                    </a:p>
                  </a:txBody>
                  <a:tcPr marL="23857" marR="23857" marT="11928" marB="11928" anchor="ctr"/>
                </a:tc>
                <a:extLst>
                  <a:ext uri="{0D108BD9-81ED-4DB2-BD59-A6C34878D82A}">
                    <a16:rowId xmlns:a16="http://schemas.microsoft.com/office/drawing/2014/main" val="2302880353"/>
                  </a:ext>
                </a:extLst>
              </a:tr>
            </a:tbl>
          </a:graphicData>
        </a:graphic>
      </p:graphicFrame>
      <p:graphicFrame>
        <p:nvGraphicFramePr>
          <p:cNvPr id="7" name="Table 6">
            <a:extLst>
              <a:ext uri="{FF2B5EF4-FFF2-40B4-BE49-F238E27FC236}">
                <a16:creationId xmlns:a16="http://schemas.microsoft.com/office/drawing/2014/main" id="{E554C7B0-EE66-EFA9-34B2-2F47209EAD52}"/>
              </a:ext>
            </a:extLst>
          </p:cNvPr>
          <p:cNvGraphicFramePr>
            <a:graphicFrameLocks noGrp="1"/>
          </p:cNvGraphicFramePr>
          <p:nvPr>
            <p:extLst>
              <p:ext uri="{D42A27DB-BD31-4B8C-83A1-F6EECF244321}">
                <p14:modId xmlns:p14="http://schemas.microsoft.com/office/powerpoint/2010/main" val="1794524387"/>
              </p:ext>
            </p:extLst>
          </p:nvPr>
        </p:nvGraphicFramePr>
        <p:xfrm>
          <a:off x="402024" y="1984212"/>
          <a:ext cx="1546096" cy="4910328"/>
        </p:xfrm>
        <a:graphic>
          <a:graphicData uri="http://schemas.openxmlformats.org/drawingml/2006/table">
            <a:tbl>
              <a:tblPr>
                <a:tableStyleId>{D7AC3CCA-C797-4891-BE02-D94E43425B78}</a:tableStyleId>
              </a:tblPr>
              <a:tblGrid>
                <a:gridCol w="1546096">
                  <a:extLst>
                    <a:ext uri="{9D8B030D-6E8A-4147-A177-3AD203B41FA5}">
                      <a16:colId xmlns:a16="http://schemas.microsoft.com/office/drawing/2014/main" val="223387420"/>
                    </a:ext>
                  </a:extLst>
                </a:gridCol>
              </a:tblGrid>
              <a:tr h="484632">
                <a:tc>
                  <a:txBody>
                    <a:bodyPr/>
                    <a:lstStyle/>
                    <a:p>
                      <a:pPr algn="ctr">
                        <a:buNone/>
                      </a:pPr>
                      <a:r>
                        <a:rPr lang="en-IN" sz="1500" b="1" dirty="0"/>
                        <a:t>App/System</a:t>
                      </a:r>
                      <a:endParaRPr lang="en-IN" sz="1500" dirty="0"/>
                    </a:p>
                  </a:txBody>
                  <a:tcPr marL="23857" marR="23857" marT="11928" marB="11928" anchor="ctr"/>
                </a:tc>
                <a:extLst>
                  <a:ext uri="{0D108BD9-81ED-4DB2-BD59-A6C34878D82A}">
                    <a16:rowId xmlns:a16="http://schemas.microsoft.com/office/drawing/2014/main" val="3476296238"/>
                  </a:ext>
                </a:extLst>
              </a:tr>
              <a:tr h="1856232">
                <a:tc>
                  <a:txBody>
                    <a:bodyPr/>
                    <a:lstStyle/>
                    <a:p>
                      <a:pPr algn="ctr">
                        <a:buNone/>
                      </a:pPr>
                      <a:r>
                        <a:rPr lang="en-IN" sz="1500" b="1" dirty="0"/>
                        <a:t>Robin Hood Army</a:t>
                      </a:r>
                      <a:endParaRPr lang="en-IN" sz="1500" dirty="0"/>
                    </a:p>
                  </a:txBody>
                  <a:tcPr marL="23857" marR="23857" marT="11928" marB="11928" anchor="ctr"/>
                </a:tc>
                <a:extLst>
                  <a:ext uri="{0D108BD9-81ED-4DB2-BD59-A6C34878D82A}">
                    <a16:rowId xmlns:a16="http://schemas.microsoft.com/office/drawing/2014/main" val="4122168904"/>
                  </a:ext>
                </a:extLst>
              </a:tr>
              <a:tr h="1399032">
                <a:tc>
                  <a:txBody>
                    <a:bodyPr/>
                    <a:lstStyle/>
                    <a:p>
                      <a:pPr algn="ctr">
                        <a:buNone/>
                      </a:pPr>
                      <a:r>
                        <a:rPr lang="en-IN" sz="1500" b="1" dirty="0"/>
                        <a:t>Feeding India</a:t>
                      </a:r>
                      <a:r>
                        <a:rPr lang="en-IN" sz="1500" dirty="0"/>
                        <a:t> (Zomato)</a:t>
                      </a:r>
                    </a:p>
                  </a:txBody>
                  <a:tcPr marL="23857" marR="23857" marT="11928" marB="11928" anchor="ctr"/>
                </a:tc>
                <a:extLst>
                  <a:ext uri="{0D108BD9-81ED-4DB2-BD59-A6C34878D82A}">
                    <a16:rowId xmlns:a16="http://schemas.microsoft.com/office/drawing/2014/main" val="3707230448"/>
                  </a:ext>
                </a:extLst>
              </a:tr>
              <a:tr h="1170432">
                <a:tc>
                  <a:txBody>
                    <a:bodyPr/>
                    <a:lstStyle/>
                    <a:p>
                      <a:pPr algn="ctr">
                        <a:buNone/>
                      </a:pPr>
                      <a:r>
                        <a:rPr lang="en-IN" sz="1500" b="1" dirty="0"/>
                        <a:t>Roti Bank</a:t>
                      </a:r>
                      <a:endParaRPr lang="en-IN" sz="1500" dirty="0"/>
                    </a:p>
                  </a:txBody>
                  <a:tcPr marL="23857" marR="23857" marT="11928" marB="11928" anchor="ctr"/>
                </a:tc>
                <a:extLst>
                  <a:ext uri="{0D108BD9-81ED-4DB2-BD59-A6C34878D82A}">
                    <a16:rowId xmlns:a16="http://schemas.microsoft.com/office/drawing/2014/main" val="182504112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C424B12-5316-E2AF-BCD1-96365B08358C}"/>
              </a:ext>
            </a:extLst>
          </p:cNvPr>
          <p:cNvGraphicFramePr>
            <a:graphicFrameLocks noGrp="1"/>
          </p:cNvGraphicFramePr>
          <p:nvPr>
            <p:extLst>
              <p:ext uri="{D42A27DB-BD31-4B8C-83A1-F6EECF244321}">
                <p14:modId xmlns:p14="http://schemas.microsoft.com/office/powerpoint/2010/main" val="3505025819"/>
              </p:ext>
            </p:extLst>
          </p:nvPr>
        </p:nvGraphicFramePr>
        <p:xfrm>
          <a:off x="448608" y="282257"/>
          <a:ext cx="1546096" cy="6998897"/>
        </p:xfrm>
        <a:graphic>
          <a:graphicData uri="http://schemas.openxmlformats.org/drawingml/2006/table">
            <a:tbl>
              <a:tblPr>
                <a:tableStyleId>{D7AC3CCA-C797-4891-BE02-D94E43425B78}</a:tableStyleId>
              </a:tblPr>
              <a:tblGrid>
                <a:gridCol w="1546096">
                  <a:extLst>
                    <a:ext uri="{9D8B030D-6E8A-4147-A177-3AD203B41FA5}">
                      <a16:colId xmlns:a16="http://schemas.microsoft.com/office/drawing/2014/main" val="1422374977"/>
                    </a:ext>
                  </a:extLst>
                </a:gridCol>
              </a:tblGrid>
              <a:tr h="1170432">
                <a:tc>
                  <a:txBody>
                    <a:bodyPr/>
                    <a:lstStyle/>
                    <a:p>
                      <a:pPr algn="ctr">
                        <a:buNone/>
                      </a:pPr>
                      <a:r>
                        <a:rPr lang="en-IN" sz="1500" b="1" dirty="0"/>
                        <a:t>OLIO</a:t>
                      </a:r>
                      <a:endParaRPr lang="en-IN" sz="1500" dirty="0"/>
                    </a:p>
                  </a:txBody>
                  <a:tcPr marL="23857" marR="23857" marT="11928" marB="11928" anchor="ctr"/>
                </a:tc>
                <a:extLst>
                  <a:ext uri="{0D108BD9-81ED-4DB2-BD59-A6C34878D82A}">
                    <a16:rowId xmlns:a16="http://schemas.microsoft.com/office/drawing/2014/main" val="1020775203"/>
                  </a:ext>
                </a:extLst>
              </a:tr>
              <a:tr h="1174169">
                <a:tc>
                  <a:txBody>
                    <a:bodyPr/>
                    <a:lstStyle/>
                    <a:p>
                      <a:pPr algn="ctr">
                        <a:buNone/>
                      </a:pPr>
                      <a:r>
                        <a:rPr lang="en-IN" sz="1500" b="1" dirty="0"/>
                        <a:t>Too Good To Go</a:t>
                      </a:r>
                      <a:endParaRPr lang="en-IN" sz="1500" dirty="0"/>
                    </a:p>
                  </a:txBody>
                  <a:tcPr marL="23857" marR="23857" marT="11928" marB="11928" anchor="ctr"/>
                </a:tc>
                <a:extLst>
                  <a:ext uri="{0D108BD9-81ED-4DB2-BD59-A6C34878D82A}">
                    <a16:rowId xmlns:a16="http://schemas.microsoft.com/office/drawing/2014/main" val="2567560455"/>
                  </a:ext>
                </a:extLst>
              </a:tr>
              <a:tr h="1399032">
                <a:tc>
                  <a:txBody>
                    <a:bodyPr/>
                    <a:lstStyle/>
                    <a:p>
                      <a:pPr algn="ctr">
                        <a:buNone/>
                      </a:pPr>
                      <a:r>
                        <a:rPr lang="en-IN" sz="1500" b="1" dirty="0" err="1"/>
                        <a:t>ShareTheMeal</a:t>
                      </a:r>
                      <a:endParaRPr lang="en-IN" sz="1500" dirty="0"/>
                    </a:p>
                  </a:txBody>
                  <a:tcPr marL="23857" marR="23857" marT="11928" marB="11928" anchor="ctr"/>
                </a:tc>
                <a:extLst>
                  <a:ext uri="{0D108BD9-81ED-4DB2-BD59-A6C34878D82A}">
                    <a16:rowId xmlns:a16="http://schemas.microsoft.com/office/drawing/2014/main" val="2717361506"/>
                  </a:ext>
                </a:extLst>
              </a:tr>
              <a:tr h="1627632">
                <a:tc>
                  <a:txBody>
                    <a:bodyPr/>
                    <a:lstStyle/>
                    <a:p>
                      <a:pPr algn="ctr">
                        <a:buNone/>
                      </a:pPr>
                      <a:r>
                        <a:rPr lang="en-IN" sz="1500" b="1" dirty="0"/>
                        <a:t>Replate</a:t>
                      </a:r>
                      <a:endParaRPr lang="en-IN" sz="1500" dirty="0"/>
                    </a:p>
                  </a:txBody>
                  <a:tcPr marL="23857" marR="23857" marT="11928" marB="11928" anchor="ctr"/>
                </a:tc>
                <a:extLst>
                  <a:ext uri="{0D108BD9-81ED-4DB2-BD59-A6C34878D82A}">
                    <a16:rowId xmlns:a16="http://schemas.microsoft.com/office/drawing/2014/main" val="2177050171"/>
                  </a:ext>
                </a:extLst>
              </a:tr>
              <a:tr h="162763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500" b="1" dirty="0"/>
                        <a:t>Food Rescue US</a:t>
                      </a:r>
                      <a:endParaRPr lang="en-IN" sz="1500" dirty="0"/>
                    </a:p>
                  </a:txBody>
                  <a:tcPr marL="23857" marR="23857" marT="11928" marB="11928" anchor="ctr"/>
                </a:tc>
                <a:extLst>
                  <a:ext uri="{0D108BD9-81ED-4DB2-BD59-A6C34878D82A}">
                    <a16:rowId xmlns:a16="http://schemas.microsoft.com/office/drawing/2014/main" val="1931998139"/>
                  </a:ext>
                </a:extLst>
              </a:tr>
            </a:tbl>
          </a:graphicData>
        </a:graphic>
      </p:graphicFrame>
      <p:graphicFrame>
        <p:nvGraphicFramePr>
          <p:cNvPr id="3" name="Table 2">
            <a:extLst>
              <a:ext uri="{FF2B5EF4-FFF2-40B4-BE49-F238E27FC236}">
                <a16:creationId xmlns:a16="http://schemas.microsoft.com/office/drawing/2014/main" id="{9D1B6B17-C401-1BF1-AD2B-8220F4DAEA85}"/>
              </a:ext>
            </a:extLst>
          </p:cNvPr>
          <p:cNvGraphicFramePr>
            <a:graphicFrameLocks noGrp="1"/>
          </p:cNvGraphicFramePr>
          <p:nvPr>
            <p:extLst>
              <p:ext uri="{D42A27DB-BD31-4B8C-83A1-F6EECF244321}">
                <p14:modId xmlns:p14="http://schemas.microsoft.com/office/powerpoint/2010/main" val="261091698"/>
              </p:ext>
            </p:extLst>
          </p:nvPr>
        </p:nvGraphicFramePr>
        <p:xfrm>
          <a:off x="1994704" y="282257"/>
          <a:ext cx="7730480" cy="6995160"/>
        </p:xfrm>
        <a:graphic>
          <a:graphicData uri="http://schemas.openxmlformats.org/drawingml/2006/table">
            <a:tbl>
              <a:tblPr>
                <a:tableStyleId>{22838BEF-8BB2-4498-84A7-C5851F593DF1}</a:tableStyleId>
              </a:tblPr>
              <a:tblGrid>
                <a:gridCol w="1546096">
                  <a:extLst>
                    <a:ext uri="{9D8B030D-6E8A-4147-A177-3AD203B41FA5}">
                      <a16:colId xmlns:a16="http://schemas.microsoft.com/office/drawing/2014/main" val="886177319"/>
                    </a:ext>
                  </a:extLst>
                </a:gridCol>
                <a:gridCol w="1546096">
                  <a:extLst>
                    <a:ext uri="{9D8B030D-6E8A-4147-A177-3AD203B41FA5}">
                      <a16:colId xmlns:a16="http://schemas.microsoft.com/office/drawing/2014/main" val="2573980209"/>
                    </a:ext>
                  </a:extLst>
                </a:gridCol>
                <a:gridCol w="1546096">
                  <a:extLst>
                    <a:ext uri="{9D8B030D-6E8A-4147-A177-3AD203B41FA5}">
                      <a16:colId xmlns:a16="http://schemas.microsoft.com/office/drawing/2014/main" val="3444484501"/>
                    </a:ext>
                  </a:extLst>
                </a:gridCol>
                <a:gridCol w="1546096">
                  <a:extLst>
                    <a:ext uri="{9D8B030D-6E8A-4147-A177-3AD203B41FA5}">
                      <a16:colId xmlns:a16="http://schemas.microsoft.com/office/drawing/2014/main" val="4144678446"/>
                    </a:ext>
                  </a:extLst>
                </a:gridCol>
                <a:gridCol w="1546096">
                  <a:extLst>
                    <a:ext uri="{9D8B030D-6E8A-4147-A177-3AD203B41FA5}">
                      <a16:colId xmlns:a16="http://schemas.microsoft.com/office/drawing/2014/main" val="3015300590"/>
                    </a:ext>
                  </a:extLst>
                </a:gridCol>
              </a:tblGrid>
              <a:tr h="1170432">
                <a:tc>
                  <a:txBody>
                    <a:bodyPr/>
                    <a:lstStyle/>
                    <a:p>
                      <a:pPr algn="ctr">
                        <a:buNone/>
                      </a:pPr>
                      <a:r>
                        <a:rPr lang="en-IN" sz="1500" dirty="0"/>
                        <a:t>UK, Global</a:t>
                      </a:r>
                    </a:p>
                  </a:txBody>
                  <a:tcPr marL="23857" marR="23857" marT="11928" marB="11928" anchor="ctr"/>
                </a:tc>
                <a:tc>
                  <a:txBody>
                    <a:bodyPr/>
                    <a:lstStyle/>
                    <a:p>
                      <a:pPr algn="ctr">
                        <a:buNone/>
                      </a:pPr>
                      <a:r>
                        <a:rPr lang="en-IN" sz="1500" dirty="0"/>
                        <a:t>Households, individuals</a:t>
                      </a:r>
                    </a:p>
                  </a:txBody>
                  <a:tcPr marL="23857" marR="23857" marT="11928" marB="11928" anchor="ctr"/>
                </a:tc>
                <a:tc>
                  <a:txBody>
                    <a:bodyPr/>
                    <a:lstStyle/>
                    <a:p>
                      <a:pPr algn="ctr">
                        <a:buNone/>
                      </a:pPr>
                      <a:r>
                        <a:rPr lang="en-US" sz="1500" dirty="0"/>
                        <a:t>Allows neighbors to share food via listings; focuses on reducing domestic waste.</a:t>
                      </a:r>
                    </a:p>
                  </a:txBody>
                  <a:tcPr marL="23857" marR="23857" marT="11928" marB="11928" anchor="ctr"/>
                </a:tc>
                <a:tc>
                  <a:txBody>
                    <a:bodyPr/>
                    <a:lstStyle/>
                    <a:p>
                      <a:pPr algn="ctr">
                        <a:buNone/>
                      </a:pPr>
                      <a:r>
                        <a:rPr lang="en-US" sz="1500" dirty="0"/>
                        <a:t>No NGO connection, not event-focused, more peer-to-peer sharing.</a:t>
                      </a:r>
                    </a:p>
                  </a:txBody>
                  <a:tcPr marL="23857" marR="23857" marT="11928" marB="11928" anchor="ctr"/>
                </a:tc>
                <a:tc>
                  <a:txBody>
                    <a:bodyPr/>
                    <a:lstStyle/>
                    <a:p>
                      <a:pPr algn="ctr">
                        <a:buNone/>
                      </a:pPr>
                      <a:r>
                        <a:rPr lang="en-IN" sz="1500" dirty="0"/>
                        <a:t>olioex.com</a:t>
                      </a:r>
                    </a:p>
                  </a:txBody>
                  <a:tcPr marL="23857" marR="23857" marT="11928" marB="11928" anchor="ctr"/>
                </a:tc>
                <a:extLst>
                  <a:ext uri="{0D108BD9-81ED-4DB2-BD59-A6C34878D82A}">
                    <a16:rowId xmlns:a16="http://schemas.microsoft.com/office/drawing/2014/main" val="1281195644"/>
                  </a:ext>
                </a:extLst>
              </a:tr>
              <a:tr h="1170432">
                <a:tc>
                  <a:txBody>
                    <a:bodyPr/>
                    <a:lstStyle/>
                    <a:p>
                      <a:pPr algn="ctr">
                        <a:buNone/>
                      </a:pPr>
                      <a:r>
                        <a:rPr lang="en-IN" sz="1500" dirty="0"/>
                        <a:t>Europe, USA</a:t>
                      </a:r>
                    </a:p>
                  </a:txBody>
                  <a:tcPr marL="23857" marR="23857" marT="11928" marB="11928" anchor="ctr"/>
                </a:tc>
                <a:tc>
                  <a:txBody>
                    <a:bodyPr/>
                    <a:lstStyle/>
                    <a:p>
                      <a:pPr algn="ctr">
                        <a:buNone/>
                      </a:pPr>
                      <a:r>
                        <a:rPr lang="en-IN" sz="1500" dirty="0"/>
                        <a:t>Consumers, Restaurants</a:t>
                      </a:r>
                    </a:p>
                  </a:txBody>
                  <a:tcPr marL="23857" marR="23857" marT="11928" marB="11928" anchor="ctr"/>
                </a:tc>
                <a:tc>
                  <a:txBody>
                    <a:bodyPr/>
                    <a:lstStyle/>
                    <a:p>
                      <a:pPr algn="ctr">
                        <a:buNone/>
                      </a:pPr>
                      <a:r>
                        <a:rPr lang="en-US" sz="1500" dirty="0"/>
                        <a:t>Sells surplus food at reduced prices before expiry.</a:t>
                      </a:r>
                    </a:p>
                  </a:txBody>
                  <a:tcPr marL="23857" marR="23857" marT="11928" marB="11928" anchor="ctr"/>
                </a:tc>
                <a:tc>
                  <a:txBody>
                    <a:bodyPr/>
                    <a:lstStyle/>
                    <a:p>
                      <a:pPr algn="ctr">
                        <a:buNone/>
                      </a:pPr>
                      <a:r>
                        <a:rPr lang="en-US" sz="1500" dirty="0"/>
                        <a:t>Commercial app, not a donation model, doesn’t connect with NGOs.</a:t>
                      </a:r>
                    </a:p>
                  </a:txBody>
                  <a:tcPr marL="23857" marR="23857" marT="11928" marB="11928" anchor="ctr"/>
                </a:tc>
                <a:tc>
                  <a:txBody>
                    <a:bodyPr/>
                    <a:lstStyle/>
                    <a:p>
                      <a:pPr algn="ctr">
                        <a:buNone/>
                      </a:pPr>
                      <a:r>
                        <a:rPr lang="en-IN" sz="1500" dirty="0"/>
                        <a:t>toogoodtogo.com</a:t>
                      </a:r>
                    </a:p>
                  </a:txBody>
                  <a:tcPr marL="23857" marR="23857" marT="11928" marB="11928" anchor="ctr"/>
                </a:tc>
                <a:extLst>
                  <a:ext uri="{0D108BD9-81ED-4DB2-BD59-A6C34878D82A}">
                    <a16:rowId xmlns:a16="http://schemas.microsoft.com/office/drawing/2014/main" val="302436338"/>
                  </a:ext>
                </a:extLst>
              </a:tr>
              <a:tr h="1399032">
                <a:tc>
                  <a:txBody>
                    <a:bodyPr/>
                    <a:lstStyle/>
                    <a:p>
                      <a:pPr algn="ctr">
                        <a:buNone/>
                      </a:pPr>
                      <a:r>
                        <a:rPr lang="en-IN" sz="1500" dirty="0"/>
                        <a:t>Global (UN WFP)</a:t>
                      </a:r>
                    </a:p>
                  </a:txBody>
                  <a:tcPr marL="23857" marR="23857" marT="11928" marB="11928" anchor="ctr"/>
                </a:tc>
                <a:tc>
                  <a:txBody>
                    <a:bodyPr/>
                    <a:lstStyle/>
                    <a:p>
                      <a:pPr algn="ctr">
                        <a:buNone/>
                      </a:pPr>
                      <a:r>
                        <a:rPr lang="en-IN" sz="1500" dirty="0"/>
                        <a:t>Global Donors</a:t>
                      </a:r>
                    </a:p>
                  </a:txBody>
                  <a:tcPr marL="23857" marR="23857" marT="11928" marB="11928" anchor="ctr"/>
                </a:tc>
                <a:tc>
                  <a:txBody>
                    <a:bodyPr/>
                    <a:lstStyle/>
                    <a:p>
                      <a:pPr algn="ctr">
                        <a:buNone/>
                      </a:pPr>
                      <a:r>
                        <a:rPr lang="en-US" sz="1500"/>
                        <a:t>Users donate money to feed children via UN WFP; not focused on food waste.</a:t>
                      </a:r>
                    </a:p>
                  </a:txBody>
                  <a:tcPr marL="23857" marR="23857" marT="11928" marB="11928" anchor="ctr"/>
                </a:tc>
                <a:tc>
                  <a:txBody>
                    <a:bodyPr/>
                    <a:lstStyle/>
                    <a:p>
                      <a:pPr algn="ctr">
                        <a:buNone/>
                      </a:pPr>
                      <a:r>
                        <a:rPr lang="en-US" sz="1500" dirty="0"/>
                        <a:t>Not a food redistribution app, donation-based financial model.</a:t>
                      </a:r>
                    </a:p>
                  </a:txBody>
                  <a:tcPr marL="23857" marR="23857" marT="11928" marB="11928" anchor="ctr"/>
                </a:tc>
                <a:tc>
                  <a:txBody>
                    <a:bodyPr/>
                    <a:lstStyle/>
                    <a:p>
                      <a:pPr algn="ctr">
                        <a:buNone/>
                      </a:pPr>
                      <a:r>
                        <a:rPr lang="en-IN" sz="1500" dirty="0"/>
                        <a:t>sharethemeal.org</a:t>
                      </a:r>
                    </a:p>
                  </a:txBody>
                  <a:tcPr marL="23857" marR="23857" marT="11928" marB="11928" anchor="ctr"/>
                </a:tc>
                <a:extLst>
                  <a:ext uri="{0D108BD9-81ED-4DB2-BD59-A6C34878D82A}">
                    <a16:rowId xmlns:a16="http://schemas.microsoft.com/office/drawing/2014/main" val="3100918115"/>
                  </a:ext>
                </a:extLst>
              </a:tr>
              <a:tr h="1627632">
                <a:tc>
                  <a:txBody>
                    <a:bodyPr/>
                    <a:lstStyle/>
                    <a:p>
                      <a:pPr algn="ctr">
                        <a:buNone/>
                      </a:pPr>
                      <a:r>
                        <a:rPr lang="en-IN" sz="1500" dirty="0"/>
                        <a:t>USA</a:t>
                      </a:r>
                    </a:p>
                  </a:txBody>
                  <a:tcPr marL="23857" marR="23857" marT="11928" marB="11928" anchor="ctr"/>
                </a:tc>
                <a:tc>
                  <a:txBody>
                    <a:bodyPr/>
                    <a:lstStyle/>
                    <a:p>
                      <a:pPr algn="ctr">
                        <a:buNone/>
                      </a:pPr>
                      <a:r>
                        <a:rPr lang="en-IN" sz="1500" dirty="0"/>
                        <a:t>Businesses, Corporates</a:t>
                      </a:r>
                    </a:p>
                  </a:txBody>
                  <a:tcPr marL="23857" marR="23857" marT="11928" marB="11928" anchor="ctr"/>
                </a:tc>
                <a:tc>
                  <a:txBody>
                    <a:bodyPr/>
                    <a:lstStyle/>
                    <a:p>
                      <a:pPr algn="ctr">
                        <a:buNone/>
                      </a:pPr>
                      <a:r>
                        <a:rPr lang="en-US" sz="1500"/>
                        <a:t>Provides staff to pick up surplus food and deliver it to nonprofits. Offers analytics for food saved.</a:t>
                      </a:r>
                    </a:p>
                  </a:txBody>
                  <a:tcPr marL="23857" marR="23857" marT="11928" marB="11928" anchor="ctr"/>
                </a:tc>
                <a:tc>
                  <a:txBody>
                    <a:bodyPr/>
                    <a:lstStyle/>
                    <a:p>
                      <a:pPr algn="ctr">
                        <a:buNone/>
                      </a:pPr>
                      <a:r>
                        <a:rPr lang="en-US" sz="1500"/>
                        <a:t>Only in specific US cities, no real-time matching, requires subscription for services.</a:t>
                      </a:r>
                    </a:p>
                  </a:txBody>
                  <a:tcPr marL="23857" marR="23857" marT="11928" marB="11928" anchor="ctr"/>
                </a:tc>
                <a:tc>
                  <a:txBody>
                    <a:bodyPr/>
                    <a:lstStyle/>
                    <a:p>
                      <a:pPr algn="ctr">
                        <a:buNone/>
                      </a:pPr>
                      <a:r>
                        <a:rPr lang="en-IN" sz="1500" dirty="0"/>
                        <a:t>replate.org</a:t>
                      </a:r>
                    </a:p>
                  </a:txBody>
                  <a:tcPr marL="23857" marR="23857" marT="11928" marB="11928" anchor="ctr"/>
                </a:tc>
                <a:extLst>
                  <a:ext uri="{0D108BD9-81ED-4DB2-BD59-A6C34878D82A}">
                    <a16:rowId xmlns:a16="http://schemas.microsoft.com/office/drawing/2014/main" val="3403444538"/>
                  </a:ext>
                </a:extLst>
              </a:tr>
              <a:tr h="162763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500" dirty="0"/>
                        <a:t>USA</a:t>
                      </a:r>
                    </a:p>
                    <a:p>
                      <a:pPr algn="ctr">
                        <a:buNone/>
                      </a:pPr>
                      <a:endParaRPr lang="en-IN" sz="1500" dirty="0"/>
                    </a:p>
                  </a:txBody>
                  <a:tcPr marL="23857" marR="23857" marT="11928" marB="11928"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500" dirty="0"/>
                        <a:t>Food Donors, Volunteers, Agencies</a:t>
                      </a:r>
                    </a:p>
                    <a:p>
                      <a:pPr algn="ctr">
                        <a:buNone/>
                      </a:pPr>
                      <a:endParaRPr lang="en-IN" sz="1500" dirty="0"/>
                    </a:p>
                  </a:txBody>
                  <a:tcPr marL="23857" marR="23857" marT="11928" marB="11928"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500" dirty="0"/>
                        <a:t>App-based system where volunteers pick up and drop food between donors and agencies.</a:t>
                      </a:r>
                    </a:p>
                    <a:p>
                      <a:pPr algn="ctr">
                        <a:buNone/>
                      </a:pPr>
                      <a:endParaRPr lang="en-US" sz="1500" dirty="0"/>
                    </a:p>
                  </a:txBody>
                  <a:tcPr marL="23857" marR="23857" marT="11928" marB="11928"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500" dirty="0"/>
                        <a:t>Mostly regional, no India-focused implementation or NGO verification.</a:t>
                      </a:r>
                    </a:p>
                    <a:p>
                      <a:pPr algn="ctr">
                        <a:buNone/>
                      </a:pPr>
                      <a:endParaRPr lang="en-US" sz="1500" dirty="0"/>
                    </a:p>
                  </a:txBody>
                  <a:tcPr marL="23857" marR="23857" marT="11928" marB="11928"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500" dirty="0"/>
                        <a:t>foodrescue.us</a:t>
                      </a:r>
                    </a:p>
                    <a:p>
                      <a:pPr algn="ctr">
                        <a:buNone/>
                      </a:pPr>
                      <a:endParaRPr lang="en-IN" sz="1500" dirty="0"/>
                    </a:p>
                  </a:txBody>
                  <a:tcPr marL="23857" marR="23857" marT="11928" marB="11928" anchor="ctr"/>
                </a:tc>
                <a:extLst>
                  <a:ext uri="{0D108BD9-81ED-4DB2-BD59-A6C34878D82A}">
                    <a16:rowId xmlns:a16="http://schemas.microsoft.com/office/drawing/2014/main" val="315922427"/>
                  </a:ext>
                </a:extLst>
              </a:tr>
            </a:tbl>
          </a:graphicData>
        </a:graphic>
      </p:graphicFrame>
    </p:spTree>
    <p:extLst>
      <p:ext uri="{BB962C8B-B14F-4D97-AF65-F5344CB8AC3E}">
        <p14:creationId xmlns:p14="http://schemas.microsoft.com/office/powerpoint/2010/main" val="271428444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9"/>
          <p:cNvSpPr txBox="1">
            <a:spLocks noGrp="1"/>
          </p:cNvSpPr>
          <p:nvPr>
            <p:ph type="title"/>
          </p:nvPr>
        </p:nvSpPr>
        <p:spPr>
          <a:xfrm>
            <a:off x="671512" y="648652"/>
            <a:ext cx="6997800" cy="82286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3600"/>
              <a:buFont typeface="Times New Roman"/>
              <a:buNone/>
            </a:pPr>
            <a:r>
              <a:rPr lang="en-US" sz="3600" b="1" i="0" u="none" dirty="0">
                <a:solidFill>
                  <a:srgbClr val="000000"/>
                </a:solidFill>
                <a:latin typeface="Times New Roman"/>
                <a:ea typeface="Times New Roman"/>
                <a:cs typeface="Times New Roman"/>
                <a:sym typeface="Times New Roman"/>
              </a:rPr>
              <a:t>Problem </a:t>
            </a:r>
            <a:r>
              <a:rPr lang="en-US" sz="3600" b="1" dirty="0">
                <a:solidFill>
                  <a:srgbClr val="000000"/>
                </a:solidFill>
                <a:latin typeface="Times New Roman"/>
                <a:ea typeface="Times New Roman"/>
                <a:cs typeface="Times New Roman"/>
                <a:sym typeface="Times New Roman"/>
              </a:rPr>
              <a:t>S</a:t>
            </a:r>
            <a:r>
              <a:rPr lang="en-US" sz="3600" b="1" i="0" u="none" dirty="0">
                <a:solidFill>
                  <a:srgbClr val="000000"/>
                </a:solidFill>
                <a:latin typeface="Times New Roman"/>
                <a:ea typeface="Times New Roman"/>
                <a:cs typeface="Times New Roman"/>
                <a:sym typeface="Times New Roman"/>
              </a:rPr>
              <a:t>tatement </a:t>
            </a:r>
            <a:endParaRPr dirty="0"/>
          </a:p>
        </p:txBody>
      </p:sp>
      <p:sp>
        <p:nvSpPr>
          <p:cNvPr id="3" name="TextBox 2">
            <a:extLst>
              <a:ext uri="{FF2B5EF4-FFF2-40B4-BE49-F238E27FC236}">
                <a16:creationId xmlns:a16="http://schemas.microsoft.com/office/drawing/2014/main" id="{6674D4A7-89C8-1214-0640-5E81FFD51583}"/>
              </a:ext>
            </a:extLst>
          </p:cNvPr>
          <p:cNvSpPr txBox="1"/>
          <p:nvPr/>
        </p:nvSpPr>
        <p:spPr>
          <a:xfrm>
            <a:off x="671512" y="1471513"/>
            <a:ext cx="7798118" cy="1631216"/>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"In India, a significant amount of surplus food from events such as weddings, parties, and corporate gatherings goes to waste due to the lack of a centralized, real-time platform that connects food donors with NGOs and charitable organizations. Existing systems are either manual, unstructured, or limited to commercial sources like restaurants. </a:t>
            </a:r>
            <a:endParaRPr lang="en-IN" sz="20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BA855452-0870-DE60-5DE8-CBFB1E9BADF1}"/>
              </a:ext>
            </a:extLst>
          </p:cNvPr>
          <p:cNvSpPr>
            <a:spLocks noChangeArrowheads="1"/>
          </p:cNvSpPr>
          <p:nvPr/>
        </p:nvSpPr>
        <p:spPr bwMode="auto">
          <a:xfrm>
            <a:off x="671512" y="4602698"/>
            <a:ext cx="7798118"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 app to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bridge Event Organizers and NGOs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donation requests &amp; acceptance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Navigation API</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live pickup location &amp; navigation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Push Notifications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instant updates on food availability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Transparent and efficient food redistribution system</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Monetary Donations will be an options for individuals and other organizations</a:t>
            </a:r>
          </a:p>
        </p:txBody>
      </p:sp>
      <p:sp>
        <p:nvSpPr>
          <p:cNvPr id="4" name="Google Shape;254;p29">
            <a:extLst>
              <a:ext uri="{FF2B5EF4-FFF2-40B4-BE49-F238E27FC236}">
                <a16:creationId xmlns:a16="http://schemas.microsoft.com/office/drawing/2014/main" id="{AA4C70AB-7E22-F151-6CCF-ABC3D87BCE71}"/>
              </a:ext>
            </a:extLst>
          </p:cNvPr>
          <p:cNvSpPr txBox="1">
            <a:spLocks/>
          </p:cNvSpPr>
          <p:nvPr/>
        </p:nvSpPr>
        <p:spPr>
          <a:xfrm>
            <a:off x="671512" y="3779837"/>
            <a:ext cx="6997800" cy="82286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968" b="0" i="0" u="none" strike="noStrike" cap="none">
                <a:solidFill>
                  <a:schemeClr val="accent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900" b="0" i="0" u="none" strike="noStrike" cap="none">
                <a:solidFill>
                  <a:schemeClr val="accent1"/>
                </a:solidFill>
                <a:latin typeface="Trebuchet MS"/>
                <a:ea typeface="Trebuchet MS"/>
                <a:cs typeface="Trebuchet MS"/>
                <a:sym typeface="Trebuchet MS"/>
              </a:defRPr>
            </a:lvl2pPr>
            <a:lvl3pPr marR="0" lvl="2" algn="l" rtl="0">
              <a:lnSpc>
                <a:spcPct val="100000"/>
              </a:lnSpc>
              <a:spcBef>
                <a:spcPts val="0"/>
              </a:spcBef>
              <a:spcAft>
                <a:spcPts val="0"/>
              </a:spcAft>
              <a:buClr>
                <a:srgbClr val="000000"/>
              </a:buClr>
              <a:buSzPts val="1400"/>
              <a:buFont typeface="Arial"/>
              <a:buNone/>
              <a:defRPr sz="3900" b="0" i="0" u="none" strike="noStrike" cap="none">
                <a:solidFill>
                  <a:schemeClr val="accent1"/>
                </a:solidFill>
                <a:latin typeface="Trebuchet MS"/>
                <a:ea typeface="Trebuchet MS"/>
                <a:cs typeface="Trebuchet MS"/>
                <a:sym typeface="Trebuchet MS"/>
              </a:defRPr>
            </a:lvl3pPr>
            <a:lvl4pPr marR="0" lvl="3" algn="l" rtl="0">
              <a:lnSpc>
                <a:spcPct val="100000"/>
              </a:lnSpc>
              <a:spcBef>
                <a:spcPts val="0"/>
              </a:spcBef>
              <a:spcAft>
                <a:spcPts val="0"/>
              </a:spcAft>
              <a:buClr>
                <a:srgbClr val="000000"/>
              </a:buClr>
              <a:buSzPts val="1400"/>
              <a:buFont typeface="Arial"/>
              <a:buNone/>
              <a:defRPr sz="3900" b="0" i="0" u="none" strike="noStrike" cap="none">
                <a:solidFill>
                  <a:schemeClr val="accent1"/>
                </a:solidFill>
                <a:latin typeface="Trebuchet MS"/>
                <a:ea typeface="Trebuchet MS"/>
                <a:cs typeface="Trebuchet MS"/>
                <a:sym typeface="Trebuchet MS"/>
              </a:defRPr>
            </a:lvl4pPr>
            <a:lvl5pPr marR="0" lvl="4" algn="l" rtl="0">
              <a:lnSpc>
                <a:spcPct val="100000"/>
              </a:lnSpc>
              <a:spcBef>
                <a:spcPts val="0"/>
              </a:spcBef>
              <a:spcAft>
                <a:spcPts val="0"/>
              </a:spcAft>
              <a:buClr>
                <a:srgbClr val="000000"/>
              </a:buClr>
              <a:buSzPts val="1400"/>
              <a:buFont typeface="Arial"/>
              <a:buNone/>
              <a:defRPr sz="3900" b="0" i="0" u="none" strike="noStrike" cap="none">
                <a:solidFill>
                  <a:schemeClr val="accent1"/>
                </a:solidFill>
                <a:latin typeface="Trebuchet MS"/>
                <a:ea typeface="Trebuchet MS"/>
                <a:cs typeface="Trebuchet MS"/>
                <a:sym typeface="Trebuchet M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pPr>
              <a:buSzPts val="3600"/>
              <a:buFont typeface="Times New Roman"/>
              <a:buNone/>
            </a:pPr>
            <a:r>
              <a:rPr lang="en-US" sz="3600" b="1" dirty="0">
                <a:solidFill>
                  <a:srgbClr val="000000"/>
                </a:solidFill>
                <a:latin typeface="Times New Roman"/>
                <a:ea typeface="Times New Roman"/>
                <a:cs typeface="Times New Roman"/>
                <a:sym typeface="Times New Roman"/>
              </a:rPr>
              <a:t>Proposed Idea</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0"/>
        <p:cNvGrpSpPr/>
        <p:nvPr/>
      </p:nvGrpSpPr>
      <p:grpSpPr>
        <a:xfrm>
          <a:off x="0" y="0"/>
          <a:ext cx="0" cy="0"/>
          <a:chOff x="0" y="0"/>
          <a:chExt cx="0" cy="0"/>
        </a:xfrm>
      </p:grpSpPr>
      <p:sp>
        <p:nvSpPr>
          <p:cNvPr id="311" name="Google Shape;311;p2"/>
          <p:cNvSpPr txBox="1"/>
          <p:nvPr/>
        </p:nvSpPr>
        <p:spPr>
          <a:xfrm>
            <a:off x="503237" y="301625"/>
            <a:ext cx="9071100" cy="1262100"/>
          </a:xfrm>
          <a:prstGeom prst="rect">
            <a:avLst/>
          </a:prstGeom>
          <a:noFill/>
          <a:ln>
            <a:noFill/>
          </a:ln>
        </p:spPr>
        <p:txBody>
          <a:bodyPr spcFirstLastPara="1" wrap="square" lIns="0" tIns="31675" rIns="0" bIns="0" anchor="ctr"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dirty="0">
                <a:latin typeface="Times New Roman"/>
                <a:ea typeface="Times New Roman"/>
                <a:cs typeface="Times New Roman"/>
                <a:sym typeface="Times New Roman"/>
              </a:rPr>
              <a:t>Overview of </a:t>
            </a:r>
            <a:r>
              <a:rPr lang="en-US" sz="3600" b="1" i="0" u="none" strike="noStrike" cap="none" dirty="0">
                <a:solidFill>
                  <a:srgbClr val="000000"/>
                </a:solidFill>
                <a:latin typeface="Times New Roman"/>
                <a:ea typeface="Times New Roman"/>
                <a:cs typeface="Times New Roman"/>
                <a:sym typeface="Times New Roman"/>
              </a:rPr>
              <a:t>System Design</a:t>
            </a:r>
            <a:endParaRPr sz="14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87A51685-1000-CFBD-0B5C-22E9D0944420}"/>
              </a:ext>
            </a:extLst>
          </p:cNvPr>
          <p:cNvSpPr txBox="1"/>
          <p:nvPr/>
        </p:nvSpPr>
        <p:spPr>
          <a:xfrm>
            <a:off x="503237" y="1563725"/>
            <a:ext cx="8371822" cy="5324535"/>
          </a:xfrm>
          <a:prstGeom prst="rect">
            <a:avLst/>
          </a:prstGeom>
          <a:noFill/>
        </p:spPr>
        <p:txBody>
          <a:bodyPr wrap="square">
            <a:spAutoFit/>
          </a:bodyPr>
          <a:lstStyle/>
          <a:p>
            <a:pPr lvl="0" eaLnBrk="0" fontAlgn="base" hangingPunct="0">
              <a:spcBef>
                <a:spcPct val="0"/>
              </a:spcBef>
              <a:spcAft>
                <a:spcPct val="0"/>
              </a:spcAft>
              <a:buClrTx/>
              <a:buFontTx/>
              <a:buChar char="•"/>
            </a:pPr>
            <a:r>
              <a:rPr lang="en-US" altLang="en-US" sz="2000" b="1" dirty="0">
                <a:solidFill>
                  <a:schemeClr val="tx1"/>
                </a:solidFill>
                <a:latin typeface="Times New Roman" panose="02020603050405020304" pitchFamily="18" charset="0"/>
                <a:cs typeface="Times New Roman" panose="02020603050405020304" pitchFamily="18" charset="0"/>
              </a:rPr>
              <a:t>User Registration</a:t>
            </a:r>
            <a:r>
              <a:rPr lang="en-US" altLang="en-US" sz="2000" dirty="0">
                <a:solidFill>
                  <a:schemeClr val="tx1"/>
                </a:solidFill>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buClrTx/>
            </a:pPr>
            <a:r>
              <a:rPr lang="en-US" altLang="en-US" sz="2000" dirty="0">
                <a:solidFill>
                  <a:schemeClr val="tx1"/>
                </a:solidFill>
                <a:latin typeface="Times New Roman" panose="02020603050405020304" pitchFamily="18" charset="0"/>
                <a:cs typeface="Times New Roman" panose="02020603050405020304" pitchFamily="18" charset="0"/>
              </a:rPr>
              <a:t>Donors and NGOs register and are verified by the admin.</a:t>
            </a:r>
          </a:p>
          <a:p>
            <a:pPr lvl="0" eaLnBrk="0" fontAlgn="base" hangingPunct="0">
              <a:spcBef>
                <a:spcPct val="0"/>
              </a:spcBef>
              <a:spcAft>
                <a:spcPct val="0"/>
              </a:spcAft>
              <a:buClrTx/>
              <a:buFontTx/>
              <a:buChar char="•"/>
            </a:pPr>
            <a:r>
              <a:rPr lang="en-US" altLang="en-US" sz="2000" b="1" dirty="0">
                <a:solidFill>
                  <a:schemeClr val="tx1"/>
                </a:solidFill>
                <a:latin typeface="Times New Roman" panose="02020603050405020304" pitchFamily="18" charset="0"/>
                <a:cs typeface="Times New Roman" panose="02020603050405020304" pitchFamily="18" charset="0"/>
              </a:rPr>
              <a:t>Donor Posts Surplus Food</a:t>
            </a:r>
            <a:r>
              <a:rPr lang="en-US" altLang="en-US" sz="2000" dirty="0">
                <a:solidFill>
                  <a:schemeClr val="tx1"/>
                </a:solidFill>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buClrTx/>
            </a:pPr>
            <a:r>
              <a:rPr lang="en-US" altLang="en-US" sz="2000" dirty="0">
                <a:solidFill>
                  <a:schemeClr val="tx1"/>
                </a:solidFill>
                <a:latin typeface="Times New Roman" panose="02020603050405020304" pitchFamily="18" charset="0"/>
                <a:cs typeface="Times New Roman" panose="02020603050405020304" pitchFamily="18" charset="0"/>
              </a:rPr>
              <a:t>Event organizers upload details like food type, quantity, pickup address, and available time window.</a:t>
            </a:r>
          </a:p>
          <a:p>
            <a:pPr lvl="0" eaLnBrk="0" fontAlgn="base" hangingPunct="0">
              <a:spcBef>
                <a:spcPct val="0"/>
              </a:spcBef>
              <a:spcAft>
                <a:spcPct val="0"/>
              </a:spcAft>
              <a:buClrTx/>
              <a:buFontTx/>
              <a:buChar char="•"/>
            </a:pPr>
            <a:r>
              <a:rPr lang="en-US" altLang="en-US" sz="2000" b="1" dirty="0">
                <a:solidFill>
                  <a:schemeClr val="tx1"/>
                </a:solidFill>
                <a:latin typeface="Times New Roman" panose="02020603050405020304" pitchFamily="18" charset="0"/>
                <a:cs typeface="Times New Roman" panose="02020603050405020304" pitchFamily="18" charset="0"/>
              </a:rPr>
              <a:t>NGO Matching &amp; Notification</a:t>
            </a:r>
            <a:r>
              <a:rPr lang="en-US" altLang="en-US" sz="2000" dirty="0">
                <a:solidFill>
                  <a:schemeClr val="tx1"/>
                </a:solidFill>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buClrTx/>
            </a:pPr>
            <a:r>
              <a:rPr lang="en-US" altLang="en-US" sz="2000" dirty="0">
                <a:solidFill>
                  <a:schemeClr val="tx1"/>
                </a:solidFill>
                <a:latin typeface="Times New Roman" panose="02020603050405020304" pitchFamily="18" charset="0"/>
                <a:cs typeface="Times New Roman" panose="02020603050405020304" pitchFamily="18" charset="0"/>
              </a:rPr>
              <a:t>System uses geolocation and availability status to notify nearby NGOs in real-time.</a:t>
            </a:r>
          </a:p>
          <a:p>
            <a:pPr lvl="0" eaLnBrk="0" fontAlgn="base" hangingPunct="0">
              <a:spcBef>
                <a:spcPct val="0"/>
              </a:spcBef>
              <a:spcAft>
                <a:spcPct val="0"/>
              </a:spcAft>
              <a:buClrTx/>
              <a:buFontTx/>
              <a:buChar char="•"/>
            </a:pPr>
            <a:r>
              <a:rPr lang="en-US" altLang="en-US" sz="2000" b="1" dirty="0">
                <a:solidFill>
                  <a:schemeClr val="tx1"/>
                </a:solidFill>
                <a:latin typeface="Times New Roman" panose="02020603050405020304" pitchFamily="18" charset="0"/>
                <a:cs typeface="Times New Roman" panose="02020603050405020304" pitchFamily="18" charset="0"/>
              </a:rPr>
              <a:t>NGO Response</a:t>
            </a:r>
            <a:r>
              <a:rPr lang="en-US" altLang="en-US" sz="2000" dirty="0">
                <a:solidFill>
                  <a:schemeClr val="tx1"/>
                </a:solidFill>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buClrTx/>
            </a:pPr>
            <a:r>
              <a:rPr lang="en-US" altLang="en-US" sz="2000" dirty="0">
                <a:solidFill>
                  <a:schemeClr val="tx1"/>
                </a:solidFill>
                <a:latin typeface="Times New Roman" panose="02020603050405020304" pitchFamily="18" charset="0"/>
                <a:cs typeface="Times New Roman" panose="02020603050405020304" pitchFamily="18" charset="0"/>
              </a:rPr>
              <a:t>NGOs can accept or reject the food request. First confirmed NGO is assigned the pickup.</a:t>
            </a:r>
          </a:p>
          <a:p>
            <a:pPr lvl="0" eaLnBrk="0" fontAlgn="base" hangingPunct="0">
              <a:spcBef>
                <a:spcPct val="0"/>
              </a:spcBef>
              <a:spcAft>
                <a:spcPct val="0"/>
              </a:spcAft>
              <a:buClrTx/>
              <a:buFontTx/>
              <a:buChar char="•"/>
            </a:pPr>
            <a:r>
              <a:rPr lang="en-US" altLang="en-US" sz="2000" b="1" dirty="0">
                <a:solidFill>
                  <a:schemeClr val="tx1"/>
                </a:solidFill>
                <a:latin typeface="Times New Roman" panose="02020603050405020304" pitchFamily="18" charset="0"/>
                <a:cs typeface="Times New Roman" panose="02020603050405020304" pitchFamily="18" charset="0"/>
              </a:rPr>
              <a:t>Pickup &amp; Confirmation</a:t>
            </a:r>
            <a:r>
              <a:rPr lang="en-US" altLang="en-US" sz="2000" dirty="0">
                <a:solidFill>
                  <a:schemeClr val="tx1"/>
                </a:solidFill>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buClrTx/>
            </a:pPr>
            <a:r>
              <a:rPr lang="en-US" altLang="en-US" sz="2000" dirty="0">
                <a:solidFill>
                  <a:schemeClr val="tx1"/>
                </a:solidFill>
                <a:latin typeface="Times New Roman" panose="02020603050405020304" pitchFamily="18" charset="0"/>
                <a:cs typeface="Times New Roman" panose="02020603050405020304" pitchFamily="18" charset="0"/>
              </a:rPr>
              <a:t>NGO collects food and confirms receipt via app. Donor is notified, and status is updated in the database.</a:t>
            </a:r>
          </a:p>
          <a:p>
            <a:pPr lvl="0" eaLnBrk="0" fontAlgn="base" hangingPunct="0">
              <a:spcBef>
                <a:spcPct val="0"/>
              </a:spcBef>
              <a:spcAft>
                <a:spcPct val="0"/>
              </a:spcAft>
              <a:buClrTx/>
              <a:buFontTx/>
              <a:buChar char="•"/>
            </a:pPr>
            <a:r>
              <a:rPr lang="en-US" altLang="en-US" sz="2000" b="1" dirty="0">
                <a:solidFill>
                  <a:schemeClr val="tx1"/>
                </a:solidFill>
                <a:latin typeface="Times New Roman" panose="02020603050405020304" pitchFamily="18" charset="0"/>
                <a:cs typeface="Times New Roman" panose="02020603050405020304" pitchFamily="18" charset="0"/>
              </a:rPr>
              <a:t>Admin Monitoring</a:t>
            </a:r>
            <a:r>
              <a:rPr lang="en-US" altLang="en-US" sz="2000" dirty="0">
                <a:solidFill>
                  <a:schemeClr val="tx1"/>
                </a:solidFill>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buClrTx/>
            </a:pPr>
            <a:r>
              <a:rPr lang="en-US" altLang="en-US" sz="2000" dirty="0">
                <a:solidFill>
                  <a:schemeClr val="tx1"/>
                </a:solidFill>
                <a:latin typeface="Times New Roman" panose="02020603050405020304" pitchFamily="18" charset="0"/>
                <a:cs typeface="Times New Roman" panose="02020603050405020304" pitchFamily="18" charset="0"/>
              </a:rPr>
              <a:t>Admin monitors all transactions, verifies NGO activities, and handles exceptions.</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C10CCF-78A0-104D-5AF1-4D48BD9F91F8}"/>
              </a:ext>
            </a:extLst>
          </p:cNvPr>
          <p:cNvPicPr>
            <a:picLocks noChangeAspect="1"/>
          </p:cNvPicPr>
          <p:nvPr/>
        </p:nvPicPr>
        <p:blipFill>
          <a:blip r:embed="rId2"/>
          <a:stretch>
            <a:fillRect/>
          </a:stretch>
        </p:blipFill>
        <p:spPr>
          <a:xfrm>
            <a:off x="1022211" y="788863"/>
            <a:ext cx="8036201" cy="5981948"/>
          </a:xfrm>
          <a:prstGeom prst="rect">
            <a:avLst/>
          </a:prstGeom>
        </p:spPr>
      </p:pic>
    </p:spTree>
    <p:extLst>
      <p:ext uri="{BB962C8B-B14F-4D97-AF65-F5344CB8AC3E}">
        <p14:creationId xmlns:p14="http://schemas.microsoft.com/office/powerpoint/2010/main" val="358589632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8"/>
        <p:cNvGrpSpPr/>
        <p:nvPr/>
      </p:nvGrpSpPr>
      <p:grpSpPr>
        <a:xfrm>
          <a:off x="0" y="0"/>
          <a:ext cx="0" cy="0"/>
          <a:chOff x="0" y="0"/>
          <a:chExt cx="0" cy="0"/>
        </a:xfrm>
      </p:grpSpPr>
      <p:sp>
        <p:nvSpPr>
          <p:cNvPr id="319" name="Google Shape;319;p3"/>
          <p:cNvSpPr txBox="1"/>
          <p:nvPr/>
        </p:nvSpPr>
        <p:spPr>
          <a:xfrm>
            <a:off x="503237" y="301587"/>
            <a:ext cx="9071100" cy="1262100"/>
          </a:xfrm>
          <a:prstGeom prst="rect">
            <a:avLst/>
          </a:prstGeom>
          <a:noFill/>
          <a:ln>
            <a:noFill/>
          </a:ln>
        </p:spPr>
        <p:txBody>
          <a:bodyPr spcFirstLastPara="1" wrap="square" lIns="0" tIns="31675" rIns="0" bIns="0" anchor="ctr"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dirty="0">
                <a:latin typeface="Times New Roman"/>
                <a:ea typeface="Times New Roman"/>
                <a:cs typeface="Times New Roman"/>
                <a:sym typeface="Times New Roman"/>
              </a:rPr>
              <a:t>Technology Stack</a:t>
            </a:r>
            <a:endParaRPr sz="1400" b="0" i="0" u="none" strike="noStrike" cap="none" dirty="0">
              <a:solidFill>
                <a:srgbClr val="000000"/>
              </a:solidFill>
              <a:latin typeface="Arial"/>
              <a:ea typeface="Arial"/>
              <a:cs typeface="Arial"/>
              <a:sym typeface="Arial"/>
            </a:endParaRPr>
          </a:p>
        </p:txBody>
      </p:sp>
      <p:sp>
        <p:nvSpPr>
          <p:cNvPr id="320" name="Google Shape;320;p3"/>
          <p:cNvSpPr txBox="1"/>
          <p:nvPr/>
        </p:nvSpPr>
        <p:spPr>
          <a:xfrm>
            <a:off x="601565" y="1466868"/>
            <a:ext cx="8874443" cy="5536360"/>
          </a:xfrm>
          <a:prstGeom prst="rect">
            <a:avLst/>
          </a:prstGeom>
          <a:noFill/>
          <a:ln>
            <a:noFill/>
          </a:ln>
        </p:spPr>
        <p:txBody>
          <a:bodyPr spcFirstLastPara="1" wrap="square" lIns="0" tIns="21225" rIns="0" bIns="0" anchor="t" anchorCtr="0">
            <a:noAutofit/>
          </a:bodyPr>
          <a:lstStyle/>
          <a:p>
            <a:pPr lvl="0" eaLnBrk="0" hangingPunct="0"/>
            <a:r>
              <a:rPr lang="en-IN" sz="2000" b="1" dirty="0">
                <a:latin typeface="Times New Roman" panose="02020603050405020304" pitchFamily="18" charset="0"/>
                <a:cs typeface="Times New Roman" panose="02020603050405020304" pitchFamily="18" charset="0"/>
              </a:rPr>
              <a:t>Frontend Development</a:t>
            </a:r>
          </a:p>
          <a:p>
            <a:pPr marL="342900" lvl="0" indent="-342900" eaLnBrk="0" hangingPunct="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Framework: Flutter (Dart)</a:t>
            </a:r>
          </a:p>
          <a:p>
            <a:pPr marL="342900" lvl="0" indent="-342900" eaLnBrk="0" hangingPunct="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UI Components: FIGMA</a:t>
            </a:r>
          </a:p>
          <a:p>
            <a:pPr marL="342900" lvl="0" indent="-342900" eaLnBrk="0" hangingPunct="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State Management: Built-in </a:t>
            </a:r>
            <a:r>
              <a:rPr lang="en-IN" sz="2000" dirty="0" err="1">
                <a:latin typeface="Times New Roman" panose="02020603050405020304" pitchFamily="18" charset="0"/>
                <a:cs typeface="Times New Roman" panose="02020603050405020304" pitchFamily="18" charset="0"/>
              </a:rPr>
              <a:t>StatefulWidget</a:t>
            </a:r>
            <a:r>
              <a:rPr lang="en-IN" sz="2000" dirty="0">
                <a:latin typeface="Times New Roman" panose="02020603050405020304" pitchFamily="18" charset="0"/>
                <a:cs typeface="Times New Roman" panose="02020603050405020304" pitchFamily="18" charset="0"/>
              </a:rPr>
              <a:t> (basic level)</a:t>
            </a:r>
          </a:p>
          <a:p>
            <a:pPr marL="342900" lvl="0" indent="-342900" eaLnBrk="0" hangingPunct="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Navigation: Flutter Navigator</a:t>
            </a:r>
          </a:p>
          <a:p>
            <a:pPr lvl="0" eaLnBrk="0" hangingPunct="0"/>
            <a:endParaRPr lang="en-IN" sz="2000" b="1" dirty="0">
              <a:latin typeface="Times New Roman" panose="02020603050405020304" pitchFamily="18" charset="0"/>
              <a:cs typeface="Times New Roman" panose="02020603050405020304" pitchFamily="18" charset="0"/>
            </a:endParaRPr>
          </a:p>
          <a:p>
            <a:pPr lvl="0" eaLnBrk="0" hangingPunct="0"/>
            <a:r>
              <a:rPr lang="en-IN" sz="2000" b="1" dirty="0">
                <a:latin typeface="Times New Roman" panose="02020603050405020304" pitchFamily="18" charset="0"/>
                <a:cs typeface="Times New Roman" panose="02020603050405020304" pitchFamily="18" charset="0"/>
              </a:rPr>
              <a:t>Backend Services</a:t>
            </a:r>
          </a:p>
          <a:p>
            <a:pPr marL="342900" lvl="0" indent="-342900" eaLnBrk="0" hangingPunct="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Database: Firebase </a:t>
            </a:r>
            <a:r>
              <a:rPr lang="en-IN" sz="2000" dirty="0" err="1">
                <a:latin typeface="Times New Roman" panose="02020603050405020304" pitchFamily="18" charset="0"/>
                <a:cs typeface="Times New Roman" panose="02020603050405020304" pitchFamily="18" charset="0"/>
              </a:rPr>
              <a:t>Firestore</a:t>
            </a:r>
            <a:r>
              <a:rPr lang="en-IN" sz="2000" dirty="0">
                <a:latin typeface="Times New Roman" panose="02020603050405020304" pitchFamily="18" charset="0"/>
                <a:cs typeface="Times New Roman" panose="02020603050405020304" pitchFamily="18" charset="0"/>
              </a:rPr>
              <a:t> (NoSQL)</a:t>
            </a:r>
          </a:p>
          <a:p>
            <a:pPr marL="342900" lvl="0" indent="-342900" eaLnBrk="0" hangingPunct="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Authentication: Firebase Authentication</a:t>
            </a:r>
          </a:p>
          <a:p>
            <a:pPr marL="342900" lvl="0" indent="-342900" eaLnBrk="0" hangingPunct="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Real-time Updates: </a:t>
            </a:r>
            <a:r>
              <a:rPr lang="en-IN" sz="2000" dirty="0" err="1">
                <a:latin typeface="Times New Roman" panose="02020603050405020304" pitchFamily="18" charset="0"/>
                <a:cs typeface="Times New Roman" panose="02020603050405020304" pitchFamily="18" charset="0"/>
              </a:rPr>
              <a:t>Firestore</a:t>
            </a:r>
            <a:r>
              <a:rPr lang="en-IN" sz="2000" dirty="0">
                <a:latin typeface="Times New Roman" panose="02020603050405020304" pitchFamily="18" charset="0"/>
                <a:cs typeface="Times New Roman" panose="02020603050405020304" pitchFamily="18" charset="0"/>
              </a:rPr>
              <a:t> Real-time Listeners</a:t>
            </a:r>
          </a:p>
          <a:p>
            <a:pPr marL="342900" lvl="0" indent="-342900" eaLnBrk="0" hangingPunct="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Cloud Functions: Firebase Cloud Functions </a:t>
            </a:r>
          </a:p>
          <a:p>
            <a:pPr lvl="0" eaLnBrk="0" hangingPunct="0"/>
            <a:endParaRPr lang="en-IN" sz="2000" b="1" dirty="0">
              <a:latin typeface="Times New Roman" panose="02020603050405020304" pitchFamily="18" charset="0"/>
              <a:cs typeface="Times New Roman" panose="02020603050405020304" pitchFamily="18" charset="0"/>
            </a:endParaRPr>
          </a:p>
          <a:p>
            <a:pPr lvl="0" eaLnBrk="0" hangingPunct="0"/>
            <a:r>
              <a:rPr lang="en-IN" sz="2000" b="1" dirty="0">
                <a:latin typeface="Times New Roman" panose="02020603050405020304" pitchFamily="18" charset="0"/>
                <a:cs typeface="Times New Roman" panose="02020603050405020304" pitchFamily="18" charset="0"/>
              </a:rPr>
              <a:t>Maps &amp; Location</a:t>
            </a:r>
          </a:p>
          <a:p>
            <a:pPr marL="342900" lvl="0" indent="-342900" eaLnBrk="0" hangingPunct="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Map Integration: </a:t>
            </a:r>
            <a:r>
              <a:rPr lang="en-IN" sz="2000" dirty="0" err="1">
                <a:latin typeface="Times New Roman" panose="02020603050405020304" pitchFamily="18" charset="0"/>
                <a:cs typeface="Times New Roman" panose="02020603050405020304" pitchFamily="18" charset="0"/>
              </a:rPr>
              <a:t>google_flutter_map</a:t>
            </a:r>
            <a:r>
              <a:rPr lang="en-IN" sz="2000" dirty="0">
                <a:latin typeface="Times New Roman" panose="02020603050405020304" pitchFamily="18" charset="0"/>
                <a:cs typeface="Times New Roman" panose="02020603050405020304" pitchFamily="18" charset="0"/>
              </a:rPr>
              <a:t> package</a:t>
            </a:r>
          </a:p>
          <a:p>
            <a:pPr marL="342900" lvl="0" indent="-342900" eaLnBrk="0" hangingPunct="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Location Services: geolocator package</a:t>
            </a:r>
          </a:p>
          <a:p>
            <a:pPr marL="342900" lvl="0" indent="-342900" eaLnBrk="0" hangingPunct="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Map Data: Google Map API</a:t>
            </a:r>
          </a:p>
          <a:p>
            <a:pPr marL="342900" lvl="0" indent="-342900" eaLnBrk="0" hangingPunct="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Coordinates: latlong2 package</a:t>
            </a:r>
          </a:p>
          <a:p>
            <a:pPr marL="342900" lvl="0" indent="-342900" eaLnBrk="0" hangingPunct="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Development Tools</a:t>
            </a:r>
            <a:endParaRPr lang="en-IN" sz="20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19;p3">
            <a:extLst>
              <a:ext uri="{FF2B5EF4-FFF2-40B4-BE49-F238E27FC236}">
                <a16:creationId xmlns:a16="http://schemas.microsoft.com/office/drawing/2014/main" id="{EF557A08-31B0-E4F5-062C-15C368D1C357}"/>
              </a:ext>
            </a:extLst>
          </p:cNvPr>
          <p:cNvSpPr txBox="1"/>
          <p:nvPr/>
        </p:nvSpPr>
        <p:spPr>
          <a:xfrm>
            <a:off x="503237" y="301587"/>
            <a:ext cx="9071100" cy="1262100"/>
          </a:xfrm>
          <a:prstGeom prst="rect">
            <a:avLst/>
          </a:prstGeom>
          <a:noFill/>
          <a:ln>
            <a:noFill/>
          </a:ln>
        </p:spPr>
        <p:txBody>
          <a:bodyPr spcFirstLastPara="1" wrap="square" lIns="0" tIns="31675" rIns="0" bIns="0" anchor="ctr"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dirty="0">
                <a:latin typeface="Times New Roman"/>
                <a:ea typeface="Times New Roman"/>
                <a:cs typeface="Times New Roman"/>
                <a:sym typeface="Times New Roman"/>
              </a:rPr>
              <a:t>Implementation</a:t>
            </a:r>
            <a:endParaRPr sz="14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ABBCF520-E062-53EC-D7F2-987C5F320683}"/>
              </a:ext>
            </a:extLst>
          </p:cNvPr>
          <p:cNvPicPr>
            <a:picLocks noChangeAspect="1"/>
          </p:cNvPicPr>
          <p:nvPr/>
        </p:nvPicPr>
        <p:blipFill>
          <a:blip r:embed="rId2"/>
          <a:srcRect t="2826" b="1779"/>
          <a:stretch>
            <a:fillRect/>
          </a:stretch>
        </p:blipFill>
        <p:spPr>
          <a:xfrm>
            <a:off x="1359167" y="1563688"/>
            <a:ext cx="2702910" cy="5590148"/>
          </a:xfrm>
          <a:prstGeom prst="rect">
            <a:avLst/>
          </a:prstGeom>
        </p:spPr>
      </p:pic>
      <p:pic>
        <p:nvPicPr>
          <p:cNvPr id="6" name="Picture 5">
            <a:extLst>
              <a:ext uri="{FF2B5EF4-FFF2-40B4-BE49-F238E27FC236}">
                <a16:creationId xmlns:a16="http://schemas.microsoft.com/office/drawing/2014/main" id="{073CBB1E-D7C5-CC60-8720-D2FAC04B963A}"/>
              </a:ext>
            </a:extLst>
          </p:cNvPr>
          <p:cNvPicPr>
            <a:picLocks noChangeAspect="1"/>
          </p:cNvPicPr>
          <p:nvPr/>
        </p:nvPicPr>
        <p:blipFill>
          <a:blip r:embed="rId3"/>
          <a:srcRect t="3990" b="1669"/>
          <a:stretch>
            <a:fillRect/>
          </a:stretch>
        </p:blipFill>
        <p:spPr>
          <a:xfrm>
            <a:off x="5038787" y="1563687"/>
            <a:ext cx="2733095" cy="5590149"/>
          </a:xfrm>
          <a:prstGeom prst="rect">
            <a:avLst/>
          </a:prstGeom>
        </p:spPr>
      </p:pic>
    </p:spTree>
    <p:extLst>
      <p:ext uri="{BB962C8B-B14F-4D97-AF65-F5344CB8AC3E}">
        <p14:creationId xmlns:p14="http://schemas.microsoft.com/office/powerpoint/2010/main" val="2042247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CA667-0B95-0D98-2454-05A22B93AB4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BB955C2-8606-8279-E991-E0D5D2324EE2}"/>
              </a:ext>
            </a:extLst>
          </p:cNvPr>
          <p:cNvPicPr>
            <a:picLocks noChangeAspect="1"/>
          </p:cNvPicPr>
          <p:nvPr/>
        </p:nvPicPr>
        <p:blipFill>
          <a:blip r:embed="rId2"/>
          <a:srcRect t="5266" b="1526"/>
          <a:stretch>
            <a:fillRect/>
          </a:stretch>
        </p:blipFill>
        <p:spPr>
          <a:xfrm>
            <a:off x="1175945" y="418072"/>
            <a:ext cx="3327195" cy="6723530"/>
          </a:xfrm>
          <a:prstGeom prst="rect">
            <a:avLst/>
          </a:prstGeom>
        </p:spPr>
      </p:pic>
      <p:pic>
        <p:nvPicPr>
          <p:cNvPr id="8" name="Picture 7">
            <a:extLst>
              <a:ext uri="{FF2B5EF4-FFF2-40B4-BE49-F238E27FC236}">
                <a16:creationId xmlns:a16="http://schemas.microsoft.com/office/drawing/2014/main" id="{715A8E3A-8985-21FF-E0D3-005A00CBFA13}"/>
              </a:ext>
            </a:extLst>
          </p:cNvPr>
          <p:cNvPicPr>
            <a:picLocks noChangeAspect="1"/>
          </p:cNvPicPr>
          <p:nvPr/>
        </p:nvPicPr>
        <p:blipFill>
          <a:blip r:embed="rId3"/>
          <a:srcRect t="2988" b="1669"/>
          <a:stretch>
            <a:fillRect/>
          </a:stretch>
        </p:blipFill>
        <p:spPr>
          <a:xfrm>
            <a:off x="5413644" y="418072"/>
            <a:ext cx="3252705" cy="6723530"/>
          </a:xfrm>
          <a:prstGeom prst="rect">
            <a:avLst/>
          </a:prstGeom>
        </p:spPr>
      </p:pic>
    </p:spTree>
    <p:extLst>
      <p:ext uri="{BB962C8B-B14F-4D97-AF65-F5344CB8AC3E}">
        <p14:creationId xmlns:p14="http://schemas.microsoft.com/office/powerpoint/2010/main" val="48539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27A5-EB69-433C-0F8D-75947302CB0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D5D71AB-A10F-6059-D05F-55939CBF1FD4}"/>
              </a:ext>
            </a:extLst>
          </p:cNvPr>
          <p:cNvPicPr>
            <a:picLocks noChangeAspect="1"/>
          </p:cNvPicPr>
          <p:nvPr/>
        </p:nvPicPr>
        <p:blipFill>
          <a:blip r:embed="rId2"/>
          <a:srcRect t="2846" b="1526"/>
          <a:stretch>
            <a:fillRect/>
          </a:stretch>
        </p:blipFill>
        <p:spPr>
          <a:xfrm>
            <a:off x="983968" y="418073"/>
            <a:ext cx="3243025" cy="6723530"/>
          </a:xfrm>
          <a:prstGeom prst="rect">
            <a:avLst/>
          </a:prstGeom>
        </p:spPr>
      </p:pic>
      <p:pic>
        <p:nvPicPr>
          <p:cNvPr id="9" name="Picture 8">
            <a:extLst>
              <a:ext uri="{FF2B5EF4-FFF2-40B4-BE49-F238E27FC236}">
                <a16:creationId xmlns:a16="http://schemas.microsoft.com/office/drawing/2014/main" id="{0E7F704A-5C37-E194-4EE5-3A3BDA6D908D}"/>
              </a:ext>
            </a:extLst>
          </p:cNvPr>
          <p:cNvPicPr>
            <a:picLocks noChangeAspect="1"/>
          </p:cNvPicPr>
          <p:nvPr/>
        </p:nvPicPr>
        <p:blipFill>
          <a:blip r:embed="rId3"/>
          <a:srcRect t="3131" b="1668"/>
          <a:stretch>
            <a:fillRect/>
          </a:stretch>
        </p:blipFill>
        <p:spPr>
          <a:xfrm>
            <a:off x="5040312" y="418071"/>
            <a:ext cx="3257568" cy="6723531"/>
          </a:xfrm>
          <a:prstGeom prst="rect">
            <a:avLst/>
          </a:prstGeom>
        </p:spPr>
      </p:pic>
    </p:spTree>
    <p:extLst>
      <p:ext uri="{BB962C8B-B14F-4D97-AF65-F5344CB8AC3E}">
        <p14:creationId xmlns:p14="http://schemas.microsoft.com/office/powerpoint/2010/main" val="22128490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BCBAF-BF37-4672-11DF-F9FD04A2689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0985708-C010-44EE-394B-7D9132FC6F8A}"/>
              </a:ext>
            </a:extLst>
          </p:cNvPr>
          <p:cNvPicPr>
            <a:picLocks noChangeAspect="1"/>
          </p:cNvPicPr>
          <p:nvPr/>
        </p:nvPicPr>
        <p:blipFill>
          <a:blip r:embed="rId2"/>
          <a:srcRect t="3131" b="1811"/>
          <a:stretch>
            <a:fillRect/>
          </a:stretch>
        </p:blipFill>
        <p:spPr>
          <a:xfrm>
            <a:off x="1082238" y="418072"/>
            <a:ext cx="3262444" cy="6723530"/>
          </a:xfrm>
          <a:prstGeom prst="rect">
            <a:avLst/>
          </a:prstGeom>
        </p:spPr>
      </p:pic>
      <p:pic>
        <p:nvPicPr>
          <p:cNvPr id="5" name="Picture 4">
            <a:extLst>
              <a:ext uri="{FF2B5EF4-FFF2-40B4-BE49-F238E27FC236}">
                <a16:creationId xmlns:a16="http://schemas.microsoft.com/office/drawing/2014/main" id="{EDCC1E2B-F915-BAAE-FDFD-A147B559FA4E}"/>
              </a:ext>
            </a:extLst>
          </p:cNvPr>
          <p:cNvPicPr>
            <a:picLocks noChangeAspect="1"/>
          </p:cNvPicPr>
          <p:nvPr/>
        </p:nvPicPr>
        <p:blipFill>
          <a:blip r:embed="rId3"/>
          <a:srcRect t="3131" b="1668"/>
          <a:stretch>
            <a:fillRect/>
          </a:stretch>
        </p:blipFill>
        <p:spPr>
          <a:xfrm>
            <a:off x="5040312" y="418071"/>
            <a:ext cx="3257568" cy="6723531"/>
          </a:xfrm>
          <a:prstGeom prst="rect">
            <a:avLst/>
          </a:prstGeom>
        </p:spPr>
      </p:pic>
    </p:spTree>
    <p:extLst>
      <p:ext uri="{BB962C8B-B14F-4D97-AF65-F5344CB8AC3E}">
        <p14:creationId xmlns:p14="http://schemas.microsoft.com/office/powerpoint/2010/main" val="3980597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A8AD2-6A39-50A3-907B-3839E816018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6E8728E-F0D0-5999-E4E6-53D102448DCA}"/>
              </a:ext>
            </a:extLst>
          </p:cNvPr>
          <p:cNvPicPr>
            <a:picLocks noChangeAspect="1"/>
          </p:cNvPicPr>
          <p:nvPr/>
        </p:nvPicPr>
        <p:blipFill>
          <a:blip r:embed="rId2"/>
          <a:srcRect t="2846" b="1526"/>
          <a:stretch>
            <a:fillRect/>
          </a:stretch>
        </p:blipFill>
        <p:spPr>
          <a:xfrm>
            <a:off x="1066477" y="418071"/>
            <a:ext cx="3243025" cy="6723531"/>
          </a:xfrm>
          <a:prstGeom prst="rect">
            <a:avLst/>
          </a:prstGeom>
        </p:spPr>
      </p:pic>
      <p:pic>
        <p:nvPicPr>
          <p:cNvPr id="7" name="Picture 6">
            <a:extLst>
              <a:ext uri="{FF2B5EF4-FFF2-40B4-BE49-F238E27FC236}">
                <a16:creationId xmlns:a16="http://schemas.microsoft.com/office/drawing/2014/main" id="{C21C3F84-A87F-99DE-13D2-1B415075C4C9}"/>
              </a:ext>
            </a:extLst>
          </p:cNvPr>
          <p:cNvPicPr>
            <a:picLocks noChangeAspect="1"/>
          </p:cNvPicPr>
          <p:nvPr/>
        </p:nvPicPr>
        <p:blipFill>
          <a:blip r:embed="rId3"/>
          <a:srcRect t="2846" b="1526"/>
          <a:stretch>
            <a:fillRect/>
          </a:stretch>
        </p:blipFill>
        <p:spPr>
          <a:xfrm>
            <a:off x="5208171" y="418071"/>
            <a:ext cx="3243025" cy="6723531"/>
          </a:xfrm>
          <a:prstGeom prst="rect">
            <a:avLst/>
          </a:prstGeom>
        </p:spPr>
      </p:pic>
    </p:spTree>
    <p:extLst>
      <p:ext uri="{BB962C8B-B14F-4D97-AF65-F5344CB8AC3E}">
        <p14:creationId xmlns:p14="http://schemas.microsoft.com/office/powerpoint/2010/main" val="213462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4A5C4-6886-16D4-93A2-6F83A52E4498}"/>
              </a:ext>
            </a:extLst>
          </p:cNvPr>
          <p:cNvSpPr>
            <a:spLocks noGrp="1"/>
          </p:cNvSpPr>
          <p:nvPr>
            <p:ph type="title"/>
          </p:nvPr>
        </p:nvSpPr>
        <p:spPr>
          <a:xfrm>
            <a:off x="277068" y="340042"/>
            <a:ext cx="7786688" cy="1455600"/>
          </a:xfrm>
        </p:spPr>
        <p:txBody>
          <a:bodyPr/>
          <a:lstStyle/>
          <a:p>
            <a:r>
              <a:rPr lang="en-US" sz="3600" b="1" dirty="0">
                <a:solidFill>
                  <a:schemeClr val="tx1"/>
                </a:solidFill>
                <a:latin typeface="Times New Roman" panose="02020603050405020304" pitchFamily="18" charset="0"/>
                <a:cs typeface="Times New Roman" panose="02020603050405020304" pitchFamily="18" charset="0"/>
              </a:rPr>
              <a:t>Mapped Sustainable Development Goals (SDGs)</a:t>
            </a:r>
            <a:endParaRPr lang="en-IN" sz="3600" dirty="0">
              <a:solidFill>
                <a:schemeClr val="tx1"/>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6BF57013-5B3A-9F1B-2892-656F0EA26990}"/>
              </a:ext>
            </a:extLst>
          </p:cNvPr>
          <p:cNvGraphicFramePr>
            <a:graphicFrameLocks noGrp="1"/>
          </p:cNvGraphicFramePr>
          <p:nvPr>
            <p:extLst>
              <p:ext uri="{D42A27DB-BD31-4B8C-83A1-F6EECF244321}">
                <p14:modId xmlns:p14="http://schemas.microsoft.com/office/powerpoint/2010/main" val="2281840837"/>
              </p:ext>
            </p:extLst>
          </p:nvPr>
        </p:nvGraphicFramePr>
        <p:xfrm>
          <a:off x="570156" y="1871831"/>
          <a:ext cx="8466267" cy="5263341"/>
        </p:xfrm>
        <a:graphic>
          <a:graphicData uri="http://schemas.openxmlformats.org/drawingml/2006/table">
            <a:tbl>
              <a:tblPr>
                <a:tableStyleId>{2D5ABB26-0587-4C30-8999-92F81FD0307C}</a:tableStyleId>
              </a:tblPr>
              <a:tblGrid>
                <a:gridCol w="1021976">
                  <a:extLst>
                    <a:ext uri="{9D8B030D-6E8A-4147-A177-3AD203B41FA5}">
                      <a16:colId xmlns:a16="http://schemas.microsoft.com/office/drawing/2014/main" val="693407171"/>
                    </a:ext>
                  </a:extLst>
                </a:gridCol>
                <a:gridCol w="2689412">
                  <a:extLst>
                    <a:ext uri="{9D8B030D-6E8A-4147-A177-3AD203B41FA5}">
                      <a16:colId xmlns:a16="http://schemas.microsoft.com/office/drawing/2014/main" val="3864039646"/>
                    </a:ext>
                  </a:extLst>
                </a:gridCol>
                <a:gridCol w="4754879">
                  <a:extLst>
                    <a:ext uri="{9D8B030D-6E8A-4147-A177-3AD203B41FA5}">
                      <a16:colId xmlns:a16="http://schemas.microsoft.com/office/drawing/2014/main" val="2612881184"/>
                    </a:ext>
                  </a:extLst>
                </a:gridCol>
              </a:tblGrid>
              <a:tr h="276625">
                <a:tc>
                  <a:txBody>
                    <a:bodyPr/>
                    <a:lstStyle/>
                    <a:p>
                      <a:r>
                        <a:rPr lang="en-IN" sz="1600" b="1"/>
                        <a:t>SDG No.</a:t>
                      </a:r>
                      <a:endParaRPr lang="en-IN" sz="1600"/>
                    </a:p>
                  </a:txBody>
                  <a:tcPr marL="67910" marR="67910" marT="33955" marB="339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1" dirty="0"/>
                        <a:t>Goal</a:t>
                      </a:r>
                      <a:endParaRPr lang="en-IN" sz="1600" dirty="0"/>
                    </a:p>
                  </a:txBody>
                  <a:tcPr marL="67910" marR="67910" marT="33955" marB="339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1"/>
                        <a:t>How the App Contributes</a:t>
                      </a:r>
                      <a:endParaRPr lang="en-IN" sz="1600"/>
                    </a:p>
                  </a:txBody>
                  <a:tcPr marL="67910" marR="67910" marT="33955" marB="339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5170548"/>
                  </a:ext>
                </a:extLst>
              </a:tr>
              <a:tr h="857538">
                <a:tc>
                  <a:txBody>
                    <a:bodyPr/>
                    <a:lstStyle/>
                    <a:p>
                      <a:r>
                        <a:rPr lang="en-IN" sz="1600" b="1" dirty="0"/>
                        <a:t>2</a:t>
                      </a:r>
                      <a:endParaRPr lang="en-IN" sz="1600" dirty="0"/>
                    </a:p>
                  </a:txBody>
                  <a:tcPr marL="67910" marR="67910" marT="33955" marB="339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a:t>Zero Hunger</a:t>
                      </a:r>
                    </a:p>
                  </a:txBody>
                  <a:tcPr marL="67910" marR="67910" marT="33955" marB="339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Helps feed underprivileged communities by redistributing edible surplus food effectively.</a:t>
                      </a:r>
                    </a:p>
                  </a:txBody>
                  <a:tcPr marL="67910" marR="67910" marT="33955" marB="339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4690012"/>
                  </a:ext>
                </a:extLst>
              </a:tr>
              <a:tr h="857538">
                <a:tc>
                  <a:txBody>
                    <a:bodyPr/>
                    <a:lstStyle/>
                    <a:p>
                      <a:r>
                        <a:rPr lang="en-IN" sz="1600" b="1"/>
                        <a:t>3</a:t>
                      </a:r>
                      <a:endParaRPr lang="en-IN" sz="1600"/>
                    </a:p>
                  </a:txBody>
                  <a:tcPr marL="67910" marR="67910" marT="33955" marB="339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Good Health and Well-being</a:t>
                      </a:r>
                    </a:p>
                  </a:txBody>
                  <a:tcPr marL="67910" marR="67910" marT="33955" marB="339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Reduces hunger-related health issues through timely delivery of nutritious food.</a:t>
                      </a:r>
                    </a:p>
                  </a:txBody>
                  <a:tcPr marL="67910" marR="67910" marT="33955" marB="339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9984724"/>
                  </a:ext>
                </a:extLst>
              </a:tr>
              <a:tr h="857538">
                <a:tc>
                  <a:txBody>
                    <a:bodyPr/>
                    <a:lstStyle/>
                    <a:p>
                      <a:r>
                        <a:rPr lang="en-IN" sz="1600" b="1" dirty="0"/>
                        <a:t>12</a:t>
                      </a:r>
                      <a:endParaRPr lang="en-IN" sz="1600" dirty="0"/>
                    </a:p>
                  </a:txBody>
                  <a:tcPr marL="67910" marR="67910" marT="33955" marB="339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Responsible Consumption and Production</a:t>
                      </a:r>
                    </a:p>
                  </a:txBody>
                  <a:tcPr marL="67910" marR="67910" marT="33955" marB="339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Minimizes food wastage by promoting sustainable consumption and efficient redistribution.</a:t>
                      </a:r>
                    </a:p>
                  </a:txBody>
                  <a:tcPr marL="67910" marR="67910" marT="33955" marB="339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6851089"/>
                  </a:ext>
                </a:extLst>
              </a:tr>
              <a:tr h="857538">
                <a:tc>
                  <a:txBody>
                    <a:bodyPr/>
                    <a:lstStyle/>
                    <a:p>
                      <a:r>
                        <a:rPr lang="en-IN" sz="1600" b="1"/>
                        <a:t>11</a:t>
                      </a:r>
                      <a:endParaRPr lang="en-IN" sz="1600"/>
                    </a:p>
                  </a:txBody>
                  <a:tcPr marL="67910" marR="67910" marT="33955" marB="339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a:t>Sustainable Cities and Communities</a:t>
                      </a:r>
                    </a:p>
                  </a:txBody>
                  <a:tcPr marL="67910" marR="67910" marT="33955" marB="339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Encourages community engagement and local partnerships to solve social issues like hunger.</a:t>
                      </a:r>
                    </a:p>
                  </a:txBody>
                  <a:tcPr marL="67910" marR="67910" marT="33955" marB="339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0962788"/>
                  </a:ext>
                </a:extLst>
              </a:tr>
              <a:tr h="857538">
                <a:tc>
                  <a:txBody>
                    <a:bodyPr/>
                    <a:lstStyle/>
                    <a:p>
                      <a:r>
                        <a:rPr lang="en-IN" sz="1600" b="1"/>
                        <a:t>17</a:t>
                      </a:r>
                      <a:endParaRPr lang="en-IN" sz="1600"/>
                    </a:p>
                  </a:txBody>
                  <a:tcPr marL="67910" marR="67910" marT="33955" marB="339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Partnerships for the Goals</a:t>
                      </a:r>
                    </a:p>
                  </a:txBody>
                  <a:tcPr marL="67910" marR="67910" marT="33955" marB="339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Builds networks between donors, NGOs, and volunteers to achieve shared humanitarian goals.</a:t>
                      </a:r>
                    </a:p>
                  </a:txBody>
                  <a:tcPr marL="67910" marR="67910" marT="33955" marB="339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3671866"/>
                  </a:ext>
                </a:extLst>
              </a:tr>
              <a:tr h="663901">
                <a:tc>
                  <a:txBody>
                    <a:bodyPr/>
                    <a:lstStyle/>
                    <a:p>
                      <a:r>
                        <a:rPr lang="en-IN" sz="1600" b="1"/>
                        <a:t>13</a:t>
                      </a:r>
                      <a:endParaRPr lang="en-IN" sz="1600"/>
                    </a:p>
                  </a:txBody>
                  <a:tcPr marL="67910" marR="67910" marT="33955" marB="339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Climate Action</a:t>
                      </a:r>
                    </a:p>
                  </a:txBody>
                  <a:tcPr marL="67910" marR="67910" marT="33955" marB="339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Indirectly helps by reducing methane emissions from decomposing food waste.</a:t>
                      </a:r>
                    </a:p>
                  </a:txBody>
                  <a:tcPr marL="67910" marR="67910" marT="33955" marB="339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6954817"/>
                  </a:ext>
                </a:extLst>
              </a:tr>
            </a:tbl>
          </a:graphicData>
        </a:graphic>
      </p:graphicFrame>
    </p:spTree>
    <p:extLst>
      <p:ext uri="{BB962C8B-B14F-4D97-AF65-F5344CB8AC3E}">
        <p14:creationId xmlns:p14="http://schemas.microsoft.com/office/powerpoint/2010/main" val="3168876841"/>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Google Shape;275;p32"/>
          <p:cNvSpPr/>
          <p:nvPr/>
        </p:nvSpPr>
        <p:spPr>
          <a:xfrm>
            <a:off x="503280" y="301680"/>
            <a:ext cx="9070920" cy="1261800"/>
          </a:xfrm>
          <a:prstGeom prst="rect">
            <a:avLst/>
          </a:prstGeom>
          <a:noFill/>
          <a:ln w="0">
            <a:noFill/>
          </a:ln>
        </p:spPr>
        <p:style>
          <a:lnRef idx="0">
            <a:scrgbClr r="0" g="0" b="0"/>
          </a:lnRef>
          <a:fillRef idx="0">
            <a:scrgbClr r="0" g="0" b="0"/>
          </a:fillRef>
          <a:effectRef idx="0">
            <a:scrgbClr r="0" g="0" b="0"/>
          </a:effectRef>
          <a:fontRef idx="minor"/>
        </p:style>
        <p:txBody>
          <a:bodyPr lIns="0" tIns="31680" rIns="0" bIns="0" anchor="ctr">
            <a:noAutofit/>
          </a:bodyPr>
          <a:lstStyle/>
          <a:p>
            <a:pPr>
              <a:lnSpc>
                <a:spcPct val="93000"/>
              </a:lnSpc>
              <a:tabLst>
                <a:tab pos="0" algn="l"/>
              </a:tabLst>
            </a:pPr>
            <a:r>
              <a:rPr lang="en-US" sz="3600" b="1" u="none" strike="noStrike" dirty="0">
                <a:solidFill>
                  <a:srgbClr val="000000"/>
                </a:solidFill>
                <a:uFillTx/>
                <a:latin typeface="Times New Roman"/>
                <a:ea typeface="Times New Roman"/>
              </a:rPr>
              <a:t>Conclusion </a:t>
            </a:r>
            <a:endParaRPr lang="en-US" sz="3600" b="0" u="none" strike="noStrike" dirty="0">
              <a:solidFill>
                <a:srgbClr val="000000"/>
              </a:solidFill>
              <a:uFillTx/>
              <a:latin typeface="Arial"/>
            </a:endParaRPr>
          </a:p>
        </p:txBody>
      </p:sp>
      <p:sp>
        <p:nvSpPr>
          <p:cNvPr id="325" name="Google Shape;276;p32"/>
          <p:cNvSpPr/>
          <p:nvPr/>
        </p:nvSpPr>
        <p:spPr>
          <a:xfrm>
            <a:off x="343440" y="1435680"/>
            <a:ext cx="8571960" cy="5193720"/>
          </a:xfrm>
          <a:prstGeom prst="rect">
            <a:avLst/>
          </a:prstGeom>
          <a:noFill/>
          <a:ln w="0">
            <a:noFill/>
          </a:ln>
        </p:spPr>
        <p:style>
          <a:lnRef idx="0">
            <a:scrgbClr r="0" g="0" b="0"/>
          </a:lnRef>
          <a:fillRef idx="0">
            <a:scrgbClr r="0" g="0" b="0"/>
          </a:fillRef>
          <a:effectRef idx="0">
            <a:scrgbClr r="0" g="0" b="0"/>
          </a:effectRef>
          <a:fontRef idx="minor"/>
        </p:style>
        <p:txBody>
          <a:bodyPr lIns="0" tIns="21240" rIns="0" bIns="0" anchor="t">
            <a:noAutofit/>
          </a:bodyPr>
          <a:lstStyle/>
          <a:p>
            <a:pPr>
              <a:lnSpc>
                <a:spcPct val="100000"/>
              </a:lnSpc>
              <a:tabLst>
                <a:tab pos="0" algn="l"/>
              </a:tabLst>
            </a:pPr>
            <a:br>
              <a:rPr sz="1800"/>
            </a:br>
            <a:endParaRPr lang="en-US" sz="1800" b="0" u="none" strike="noStrike">
              <a:solidFill>
                <a:srgbClr val="000000"/>
              </a:solidFill>
              <a:uFillTx/>
              <a:latin typeface="Arial"/>
            </a:endParaRPr>
          </a:p>
        </p:txBody>
      </p:sp>
      <p:sp>
        <p:nvSpPr>
          <p:cNvPr id="326" name="TextBox 325"/>
          <p:cNvSpPr txBox="1"/>
          <p:nvPr/>
        </p:nvSpPr>
        <p:spPr>
          <a:xfrm>
            <a:off x="503280" y="1435680"/>
            <a:ext cx="7898130" cy="3975416"/>
          </a:xfrm>
          <a:prstGeom prst="rect">
            <a:avLst/>
          </a:prstGeom>
          <a:noFill/>
          <a:ln w="0">
            <a:noFill/>
          </a:ln>
        </p:spPr>
        <p:txBody>
          <a:bodyPr lIns="90000" tIns="45000" rIns="90000" bIns="45000" anchor="t">
            <a:noAutofit/>
          </a:bodyPr>
          <a:lstStyle/>
          <a:p>
            <a:pPr lvl="0" eaLnBrk="0" fontAlgn="base" hangingPunct="0">
              <a:spcBef>
                <a:spcPct val="0"/>
              </a:spcBef>
              <a:spcAft>
                <a:spcPct val="0"/>
              </a:spcAft>
              <a:buClrTx/>
            </a:pPr>
            <a:r>
              <a:rPr lang="en-US" altLang="en-US" sz="2000" dirty="0">
                <a:solidFill>
                  <a:schemeClr val="tx1"/>
                </a:solidFill>
                <a:latin typeface="Times New Roman" panose="02020603050405020304" pitchFamily="18" charset="0"/>
                <a:cs typeface="Times New Roman" panose="02020603050405020304" pitchFamily="18" charset="0"/>
              </a:rPr>
              <a:t>The proposed app offers a practical solution to bridge the gap between surplus food donors and NGOs, reducing food waste and supporting hunger relief. Unlike existing systems, it focuses specifically on event-based surplus food, with real-time NGO notifications, geolocation-based matching, and verified pickups. The system contributes to Sustainable Development Goals (SDG 2 &amp; 12) by promoting Zero Hunger and Responsible Consumption. With further development, this platform can scale across cities and integrate with local government and food safety authorities. Beyond technology, this project carries strong ethical, social, and humanitarian value making real impact with smart innovation.</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7CFC9-D645-28D8-3C80-CFB9FAC2FC72}"/>
            </a:ext>
          </a:extLst>
        </p:cNvPr>
        <p:cNvGrpSpPr/>
        <p:nvPr/>
      </p:nvGrpSpPr>
      <p:grpSpPr>
        <a:xfrm>
          <a:off x="0" y="0"/>
          <a:ext cx="0" cy="0"/>
          <a:chOff x="0" y="0"/>
          <a:chExt cx="0" cy="0"/>
        </a:xfrm>
      </p:grpSpPr>
      <p:sp>
        <p:nvSpPr>
          <p:cNvPr id="324" name="Google Shape;275;p32">
            <a:extLst>
              <a:ext uri="{FF2B5EF4-FFF2-40B4-BE49-F238E27FC236}">
                <a16:creationId xmlns:a16="http://schemas.microsoft.com/office/drawing/2014/main" id="{2AF03FA4-F157-C18F-2314-2B9B6EE074A2}"/>
              </a:ext>
            </a:extLst>
          </p:cNvPr>
          <p:cNvSpPr/>
          <p:nvPr/>
        </p:nvSpPr>
        <p:spPr>
          <a:xfrm>
            <a:off x="503280" y="301680"/>
            <a:ext cx="9070920" cy="1261800"/>
          </a:xfrm>
          <a:prstGeom prst="rect">
            <a:avLst/>
          </a:prstGeom>
          <a:noFill/>
          <a:ln w="0">
            <a:noFill/>
          </a:ln>
        </p:spPr>
        <p:style>
          <a:lnRef idx="0">
            <a:scrgbClr r="0" g="0" b="0"/>
          </a:lnRef>
          <a:fillRef idx="0">
            <a:scrgbClr r="0" g="0" b="0"/>
          </a:fillRef>
          <a:effectRef idx="0">
            <a:scrgbClr r="0" g="0" b="0"/>
          </a:effectRef>
          <a:fontRef idx="minor"/>
        </p:style>
        <p:txBody>
          <a:bodyPr lIns="0" tIns="31680" rIns="0" bIns="0" anchor="ctr">
            <a:noAutofit/>
          </a:bodyPr>
          <a:lstStyle/>
          <a:p>
            <a:pPr>
              <a:lnSpc>
                <a:spcPct val="93000"/>
              </a:lnSpc>
              <a:tabLst>
                <a:tab pos="0" algn="l"/>
              </a:tabLst>
            </a:pPr>
            <a:r>
              <a:rPr lang="en-US" sz="3600" b="1" u="none" strike="noStrike" dirty="0">
                <a:solidFill>
                  <a:srgbClr val="000000"/>
                </a:solidFill>
                <a:uFillTx/>
                <a:latin typeface="Times New Roman"/>
                <a:ea typeface="Times New Roman"/>
              </a:rPr>
              <a:t>Reference </a:t>
            </a:r>
            <a:endParaRPr lang="en-US" sz="3600" b="0" u="none" strike="noStrike" dirty="0">
              <a:solidFill>
                <a:srgbClr val="000000"/>
              </a:solidFill>
              <a:uFillTx/>
              <a:latin typeface="Arial"/>
            </a:endParaRPr>
          </a:p>
        </p:txBody>
      </p:sp>
      <p:sp>
        <p:nvSpPr>
          <p:cNvPr id="325" name="Google Shape;276;p32">
            <a:extLst>
              <a:ext uri="{FF2B5EF4-FFF2-40B4-BE49-F238E27FC236}">
                <a16:creationId xmlns:a16="http://schemas.microsoft.com/office/drawing/2014/main" id="{430FC6EE-FCCC-D060-2489-7DBA462F795C}"/>
              </a:ext>
            </a:extLst>
          </p:cNvPr>
          <p:cNvSpPr/>
          <p:nvPr/>
        </p:nvSpPr>
        <p:spPr>
          <a:xfrm>
            <a:off x="343440" y="1435680"/>
            <a:ext cx="8571960" cy="5193720"/>
          </a:xfrm>
          <a:prstGeom prst="rect">
            <a:avLst/>
          </a:prstGeom>
          <a:noFill/>
          <a:ln w="0">
            <a:noFill/>
          </a:ln>
        </p:spPr>
        <p:style>
          <a:lnRef idx="0">
            <a:scrgbClr r="0" g="0" b="0"/>
          </a:lnRef>
          <a:fillRef idx="0">
            <a:scrgbClr r="0" g="0" b="0"/>
          </a:fillRef>
          <a:effectRef idx="0">
            <a:scrgbClr r="0" g="0" b="0"/>
          </a:effectRef>
          <a:fontRef idx="minor"/>
        </p:style>
        <p:txBody>
          <a:bodyPr lIns="0" tIns="21240" rIns="0" bIns="0" anchor="t">
            <a:noAutofit/>
          </a:bodyPr>
          <a:lstStyle/>
          <a:p>
            <a:pPr>
              <a:lnSpc>
                <a:spcPct val="100000"/>
              </a:lnSpc>
              <a:tabLst>
                <a:tab pos="0" algn="l"/>
              </a:tabLst>
            </a:pPr>
            <a:br>
              <a:rPr sz="1800"/>
            </a:br>
            <a:endParaRPr lang="en-US" sz="1800" b="0" u="none" strike="noStrike">
              <a:solidFill>
                <a:srgbClr val="000000"/>
              </a:solidFill>
              <a:uFillTx/>
              <a:latin typeface="Arial"/>
            </a:endParaRPr>
          </a:p>
        </p:txBody>
      </p:sp>
      <p:sp>
        <p:nvSpPr>
          <p:cNvPr id="326" name="TextBox 325">
            <a:extLst>
              <a:ext uri="{FF2B5EF4-FFF2-40B4-BE49-F238E27FC236}">
                <a16:creationId xmlns:a16="http://schemas.microsoft.com/office/drawing/2014/main" id="{4163CFA4-29EF-A5EA-9FBE-93FC7DED1120}"/>
              </a:ext>
            </a:extLst>
          </p:cNvPr>
          <p:cNvSpPr txBox="1"/>
          <p:nvPr/>
        </p:nvSpPr>
        <p:spPr>
          <a:xfrm>
            <a:off x="503280" y="1435680"/>
            <a:ext cx="7898130" cy="3975416"/>
          </a:xfrm>
          <a:prstGeom prst="rect">
            <a:avLst/>
          </a:prstGeom>
          <a:noFill/>
          <a:ln w="0">
            <a:noFill/>
          </a:ln>
        </p:spPr>
        <p:txBody>
          <a:bodyPr lIns="90000" tIns="45000" rIns="90000" bIns="45000" anchor="t">
            <a:noAutofit/>
          </a:bodyPr>
          <a:lstStyle/>
          <a:p>
            <a:pPr lvl="0" algn="just">
              <a:defRPr/>
            </a:pPr>
            <a:r>
              <a:rPr lang="en-US" sz="2000" dirty="0">
                <a:solidFill>
                  <a:prstClr val="black"/>
                </a:solidFill>
                <a:latin typeface="Times New Roman" panose="02020603050405020304" pitchFamily="18" charset="0"/>
                <a:cs typeface="Times New Roman" panose="02020603050405020304" pitchFamily="18" charset="0"/>
                <a:hlinkClick r:id="rId3"/>
              </a:rPr>
              <a:t>https://ijrpr.com/uploads/V6ISSUE4/IJRPR41332.pdf</a:t>
            </a:r>
            <a:endParaRPr lang="en-US" sz="2000" dirty="0">
              <a:solidFill>
                <a:prstClr val="black"/>
              </a:solidFill>
              <a:latin typeface="Times New Roman" panose="02020603050405020304" pitchFamily="18" charset="0"/>
              <a:cs typeface="Times New Roman" panose="02020603050405020304" pitchFamily="18" charset="0"/>
            </a:endParaRPr>
          </a:p>
          <a:p>
            <a:pPr lvl="0" algn="just">
              <a:defRPr/>
            </a:pPr>
            <a:r>
              <a:rPr lang="en-US" sz="2000" dirty="0">
                <a:latin typeface="Times New Roman" panose="02020603050405020304" pitchFamily="18" charset="0"/>
                <a:cs typeface="Times New Roman" panose="02020603050405020304" pitchFamily="18" charset="0"/>
              </a:rPr>
              <a:t>"Helping Hand" is an Android-based application designed to streamline donations of food, clothing, and other essentials. It connects donors with NGOs and beneficiaries through a mobile-friendly platform that tracks donations, manages inventory, and ensures efficient distribution.</a:t>
            </a:r>
            <a:endParaRPr lang="en-US" sz="2000" kern="1200" dirty="0">
              <a:solidFill>
                <a:prstClr val="black"/>
              </a:solidFill>
              <a:latin typeface="Times New Roman" panose="02020603050405020304" pitchFamily="18" charset="0"/>
              <a:ea typeface="ＭＳ Ｐゴシック" pitchFamily="1" charset="-128"/>
              <a:cs typeface="Times New Roman" panose="02020603050405020304" pitchFamily="18" charset="0"/>
            </a:endParaRPr>
          </a:p>
          <a:p>
            <a:pPr lvl="0" algn="just">
              <a:defRPr/>
            </a:pPr>
            <a:endParaRPr lang="en-US" sz="2000" dirty="0">
              <a:solidFill>
                <a:prstClr val="black"/>
              </a:solidFill>
              <a:latin typeface="Times New Roman" panose="02020603050405020304" pitchFamily="18" charset="0"/>
              <a:cs typeface="Times New Roman" panose="02020603050405020304" pitchFamily="18" charset="0"/>
            </a:endParaRPr>
          </a:p>
          <a:p>
            <a:pPr lvl="0" algn="just">
              <a:defRPr/>
            </a:pPr>
            <a:r>
              <a:rPr lang="en-US" sz="2000" dirty="0">
                <a:solidFill>
                  <a:prstClr val="black"/>
                </a:solidFill>
                <a:latin typeface="Times New Roman" panose="02020603050405020304" pitchFamily="18" charset="0"/>
                <a:cs typeface="Times New Roman" panose="02020603050405020304" pitchFamily="18" charset="0"/>
                <a:hlinkClick r:id="rId4"/>
              </a:rPr>
              <a:t>https://ijrpr.com/uploads/V5ISSUE4/IJRPR26147.pdf</a:t>
            </a:r>
            <a:endParaRPr lang="en-US" sz="2000" dirty="0">
              <a:solidFill>
                <a:prstClr val="black"/>
              </a:solidFill>
              <a:latin typeface="Times New Roman" panose="02020603050405020304" pitchFamily="18" charset="0"/>
              <a:cs typeface="Times New Roman" panose="02020603050405020304" pitchFamily="18" charset="0"/>
            </a:endParaRPr>
          </a:p>
          <a:p>
            <a:pPr lvl="0" algn="just">
              <a:defRPr/>
            </a:pPr>
            <a:r>
              <a:rPr lang="en-US" sz="2000" dirty="0">
                <a:latin typeface="Times New Roman" panose="02020603050405020304" pitchFamily="18" charset="0"/>
                <a:cs typeface="Times New Roman" panose="02020603050405020304" pitchFamily="18" charset="0"/>
              </a:rPr>
              <a:t>. Food bridge acts as an avenue for socializing, teaching as well as sharing meals with others thus creating fairness and strength in feeding systems that can withstand any calamity. </a:t>
            </a:r>
          </a:p>
          <a:p>
            <a:pPr lvl="0" algn="just">
              <a:defRPr/>
            </a:pPr>
            <a:endParaRPr lang="en-US" sz="2000" dirty="0">
              <a:solidFill>
                <a:prstClr val="black"/>
              </a:solidFill>
              <a:latin typeface="Times New Roman" panose="02020603050405020304" pitchFamily="18" charset="0"/>
              <a:cs typeface="Times New Roman" panose="02020603050405020304" pitchFamily="18" charset="0"/>
              <a:hlinkClick r:id="rId5"/>
            </a:endParaRPr>
          </a:p>
          <a:p>
            <a:pPr lvl="0" algn="just">
              <a:defRPr/>
            </a:pPr>
            <a:r>
              <a:rPr lang="en-US" sz="2000" dirty="0">
                <a:solidFill>
                  <a:prstClr val="black"/>
                </a:solidFill>
                <a:latin typeface="Times New Roman" panose="02020603050405020304" pitchFamily="18" charset="0"/>
                <a:cs typeface="Times New Roman" panose="02020603050405020304" pitchFamily="18" charset="0"/>
                <a:hlinkClick r:id="rId5"/>
              </a:rPr>
              <a:t>https://ijrpr.com/uploads/V4ISSUE5/IJRPR13426.pdf</a:t>
            </a:r>
            <a:endParaRPr lang="en-US" sz="2000" dirty="0">
              <a:solidFill>
                <a:prstClr val="black"/>
              </a:solidFill>
              <a:latin typeface="Times New Roman" panose="02020603050405020304" pitchFamily="18" charset="0"/>
              <a:cs typeface="Times New Roman" panose="02020603050405020304" pitchFamily="18" charset="0"/>
            </a:endParaRPr>
          </a:p>
          <a:p>
            <a:pPr lvl="0" algn="just">
              <a:defRPr/>
            </a:pPr>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Aahar</a:t>
            </a:r>
            <a:r>
              <a:rPr lang="en-US" sz="2000" dirty="0">
                <a:latin typeface="Times New Roman" panose="02020603050405020304" pitchFamily="18" charset="0"/>
                <a:cs typeface="Times New Roman" panose="02020603050405020304" pitchFamily="18" charset="0"/>
              </a:rPr>
              <a:t> app offers a range of features designed to make food donation easy and accessible. One of the key features of the app is the ability for donors to easily create a profile and list the type of food they have available for donation. The app also allows donors to set their location and availability, making it easy for receivers to find them.</a:t>
            </a:r>
            <a:endParaRPr lang="en-US" sz="2000"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674795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D57BFF-CBC2-92AB-0B77-2A5D13EA063A}"/>
              </a:ext>
            </a:extLst>
          </p:cNvPr>
          <p:cNvSpPr>
            <a:spLocks noGrp="1"/>
          </p:cNvSpPr>
          <p:nvPr>
            <p:ph/>
          </p:nvPr>
        </p:nvSpPr>
        <p:spPr>
          <a:xfrm>
            <a:off x="628368" y="559399"/>
            <a:ext cx="8332751" cy="3388658"/>
          </a:xfrm>
        </p:spPr>
        <p:txBody>
          <a:bodyPr/>
          <a:lstStyle/>
          <a:p>
            <a:pPr marL="132080" lvl="0" indent="0" algn="just">
              <a:buNone/>
              <a:defRPr/>
            </a:pPr>
            <a:r>
              <a:rPr lang="en-US" sz="2000" dirty="0">
                <a:solidFill>
                  <a:prstClr val="black"/>
                </a:solidFill>
                <a:latin typeface="Times New Roman" panose="02020603050405020304" pitchFamily="18" charset="0"/>
                <a:cs typeface="Times New Roman" panose="02020603050405020304" pitchFamily="18" charset="0"/>
                <a:hlinkClick r:id="rId2"/>
              </a:rPr>
              <a:t>https://www.ijraset.com/research-paper/waste-food-management-and-donation-app</a:t>
            </a:r>
            <a:endParaRPr lang="en-US" sz="2000" dirty="0">
              <a:solidFill>
                <a:prstClr val="black"/>
              </a:solidFill>
              <a:latin typeface="Times New Roman" panose="02020603050405020304" pitchFamily="18" charset="0"/>
              <a:cs typeface="Times New Roman" panose="02020603050405020304" pitchFamily="18" charset="0"/>
            </a:endParaRPr>
          </a:p>
          <a:p>
            <a:pPr marL="132080" lvl="0" indent="0" algn="just">
              <a:buNone/>
              <a:defRPr/>
            </a:pPr>
            <a:r>
              <a:rPr lang="en-US" sz="2000" dirty="0">
                <a:latin typeface="Times New Roman" panose="02020603050405020304" pitchFamily="18" charset="0"/>
                <a:cs typeface="Times New Roman" panose="02020603050405020304" pitchFamily="18" charset="0"/>
              </a:rPr>
              <a:t>The idea behind over project can be use by many people who wish to donate things to needy organizations Also, many organizations like to ask for various things required by them such as clothes, food grains, books utensils. </a:t>
            </a:r>
          </a:p>
          <a:p>
            <a:pPr lvl="0" algn="just">
              <a:defRPr/>
            </a:pPr>
            <a:endParaRPr lang="en-US" sz="2000" kern="1200" dirty="0">
              <a:solidFill>
                <a:prstClr val="black"/>
              </a:solidFill>
              <a:latin typeface="Times New Roman" panose="02020603050405020304" pitchFamily="18" charset="0"/>
              <a:ea typeface="ＭＳ Ｐゴシック" pitchFamily="1" charset="-128"/>
              <a:cs typeface="Times New Roman" panose="02020603050405020304" pitchFamily="18" charset="0"/>
            </a:endParaRPr>
          </a:p>
          <a:p>
            <a:pPr marL="132080" lvl="0" indent="0" algn="just">
              <a:buNone/>
              <a:defRPr/>
            </a:pPr>
            <a:r>
              <a:rPr lang="en-US" sz="2000" dirty="0">
                <a:solidFill>
                  <a:prstClr val="black"/>
                </a:solidFill>
                <a:latin typeface="Times New Roman" panose="02020603050405020304" pitchFamily="18" charset="0"/>
                <a:cs typeface="Times New Roman" panose="02020603050405020304" pitchFamily="18" charset="0"/>
                <a:hlinkClick r:id="rId3"/>
              </a:rPr>
              <a:t>https://claude.ai/chat/b25171fd-23b3-4d13-8b6c-7dc9d1b6c90b</a:t>
            </a:r>
            <a:endParaRPr lang="en-US" sz="2000" dirty="0">
              <a:solidFill>
                <a:prstClr val="black"/>
              </a:solidFill>
              <a:latin typeface="Times New Roman" panose="02020603050405020304" pitchFamily="18" charset="0"/>
              <a:cs typeface="Times New Roman" panose="02020603050405020304" pitchFamily="18" charset="0"/>
            </a:endParaRPr>
          </a:p>
          <a:p>
            <a:pPr marL="132080" lvl="0" indent="0" algn="just">
              <a:buNone/>
              <a:defRPr/>
            </a:pPr>
            <a:r>
              <a:rPr lang="en-US" sz="2000" dirty="0">
                <a:solidFill>
                  <a:prstClr val="black"/>
                </a:solidFill>
                <a:latin typeface="Times New Roman" panose="02020603050405020304" pitchFamily="18" charset="0"/>
                <a:cs typeface="Times New Roman" panose="02020603050405020304" pitchFamily="18" charset="0"/>
              </a:rPr>
              <a:t>Ai tool used for the project </a:t>
            </a:r>
          </a:p>
          <a:p>
            <a:pPr marL="132080" indent="0">
              <a:buNone/>
            </a:pPr>
            <a:endParaRPr lang="en-IN" dirty="0"/>
          </a:p>
        </p:txBody>
      </p:sp>
    </p:spTree>
    <p:extLst>
      <p:ext uri="{BB962C8B-B14F-4D97-AF65-F5344CB8AC3E}">
        <p14:creationId xmlns:p14="http://schemas.microsoft.com/office/powerpoint/2010/main" val="2390613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7"/>
        <p:cNvGrpSpPr/>
        <p:nvPr/>
      </p:nvGrpSpPr>
      <p:grpSpPr>
        <a:xfrm>
          <a:off x="0" y="0"/>
          <a:ext cx="0" cy="0"/>
          <a:chOff x="0" y="0"/>
          <a:chExt cx="0" cy="0"/>
        </a:xfrm>
      </p:grpSpPr>
      <p:sp>
        <p:nvSpPr>
          <p:cNvPr id="298" name="Google Shape;298;p35"/>
          <p:cNvSpPr txBox="1"/>
          <p:nvPr/>
        </p:nvSpPr>
        <p:spPr>
          <a:xfrm>
            <a:off x="647700" y="3057525"/>
            <a:ext cx="9071100" cy="1262100"/>
          </a:xfrm>
          <a:prstGeom prst="rect">
            <a:avLst/>
          </a:prstGeom>
          <a:noFill/>
          <a:ln>
            <a:noFill/>
          </a:ln>
        </p:spPr>
        <p:txBody>
          <a:bodyPr spcFirstLastPara="1" wrap="square" lIns="0" tIns="31675" rIns="0" bIns="0" anchor="ctr" anchorCtr="0">
            <a:noAutofit/>
          </a:bodyPr>
          <a:lstStyle/>
          <a:p>
            <a:pPr marL="0" marR="0" lvl="0" indent="0" algn="ctr" rtl="0">
              <a:lnSpc>
                <a:spcPct val="93000"/>
              </a:lnSpc>
              <a:spcBef>
                <a:spcPts val="0"/>
              </a:spcBef>
              <a:spcAft>
                <a:spcPts val="0"/>
              </a:spcAft>
              <a:buClr>
                <a:srgbClr val="000000"/>
              </a:buClr>
              <a:buSzPts val="3600"/>
              <a:buFont typeface="Times New Roman"/>
              <a:buNone/>
            </a:pPr>
            <a:r>
              <a:rPr lang="en-US" sz="3600" b="1" i="0" u="none" dirty="0">
                <a:solidFill>
                  <a:srgbClr val="000000"/>
                </a:solidFill>
                <a:latin typeface="Times New Roman"/>
                <a:ea typeface="Times New Roman"/>
                <a:cs typeface="Times New Roman"/>
                <a:sym typeface="Times New Roman"/>
              </a:rPr>
              <a:t>Thank You...!!</a:t>
            </a:r>
            <a:endParaRPr dirty="0"/>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theme/theme1.xml><?xml version="1.0" encoding="utf-8"?>
<a:theme xmlns:a="http://schemas.openxmlformats.org/drawingml/2006/main" name="Facet">
  <a:themeElements>
    <a:clrScheme name="default">
      <a:dk1>
        <a:srgbClr val="000000"/>
      </a:dk1>
      <a:lt1>
        <a:srgbClr val="FFFFFF"/>
      </a:lt1>
      <a:dk2>
        <a:srgbClr val="2C3C43"/>
      </a:dk2>
      <a:lt2>
        <a:srgbClr val="EBEBEB"/>
      </a:lt2>
      <a:accent1>
        <a:srgbClr val="5FCBEF"/>
      </a:accent1>
      <a:accent2>
        <a:srgbClr val="2E83C3"/>
      </a:accent2>
      <a:accent3>
        <a:srgbClr val="FFFFFF"/>
      </a:accent3>
      <a:accent4>
        <a:srgbClr val="5FCBEF"/>
      </a:accent4>
      <a:accent5>
        <a:srgbClr val="2E83C3"/>
      </a:accent5>
      <a:accent6>
        <a:srgbClr val="FFFFFF"/>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1921</TotalTime>
  <Words>1276</Words>
  <Application>Microsoft Office PowerPoint</Application>
  <PresentationFormat>Custom</PresentationFormat>
  <Paragraphs>162</Paragraphs>
  <Slides>18</Slides>
  <Notes>9</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18</vt:i4>
      </vt:variant>
    </vt:vector>
  </HeadingPairs>
  <TitlesOfParts>
    <vt:vector size="24" baseType="lpstr">
      <vt:lpstr>Arial</vt:lpstr>
      <vt:lpstr>Noto Sans Symbols</vt:lpstr>
      <vt:lpstr>Times New Roman</vt:lpstr>
      <vt:lpstr>Trebuchet MS</vt:lpstr>
      <vt:lpstr>Facet</vt:lpstr>
      <vt:lpstr>Facet</vt:lpstr>
      <vt:lpstr>PowerPoint Presentation</vt:lpstr>
      <vt:lpstr>PowerPoint Presentation</vt:lpstr>
      <vt:lpstr>PowerPoint Presentation</vt:lpstr>
      <vt:lpstr>PowerPoint Presentation</vt:lpstr>
      <vt:lpstr>Problem Statement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Mapped Sustainable Development Goals (SDGs)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Harsh Raulgaonkar</dc:creator>
  <cp:lastModifiedBy>PARTH RANE</cp:lastModifiedBy>
  <cp:revision>23</cp:revision>
  <dcterms:modified xsi:type="dcterms:W3CDTF">2025-10-10T05:56:08Z</dcterms:modified>
</cp:coreProperties>
</file>